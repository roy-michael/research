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sldIdLst>
    <p:sldId id="256" r:id="rId5"/>
  </p:sldIdLst>
  <p:sldSz cx="30267275" cy="42794238"/>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3E3EF"/>
    <a:srgbClr val="00A993"/>
    <a:srgbClr val="00B5F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8673" autoAdjust="0"/>
    <p:restoredTop sz="94673" autoAdjust="0"/>
  </p:normalViewPr>
  <p:slideViewPr>
    <p:cSldViewPr snapToGrid="0">
      <p:cViewPr>
        <p:scale>
          <a:sx n="50" d="100"/>
          <a:sy n="50" d="100"/>
        </p:scale>
        <p:origin x="36" y="84"/>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viewProps" Target="view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presProps" Target="presProps.xml"/><Relationship Id="rId5" Type="http://schemas.openxmlformats.org/officeDocument/2006/relationships/slide" Target="slides/slide1.xml"/><Relationship Id="rId4" Type="http://schemas.openxmlformats.org/officeDocument/2006/relationships/slideMaster" Target="slideMasters/slideMaster1.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270046" y="7003597"/>
            <a:ext cx="25727184" cy="14898735"/>
          </a:xfrm>
        </p:spPr>
        <p:txBody>
          <a:bodyPr anchor="b"/>
          <a:lstStyle>
            <a:lvl1pPr algn="ctr">
              <a:defRPr sz="19861"/>
            </a:lvl1pPr>
          </a:lstStyle>
          <a:p>
            <a:r>
              <a:rPr lang="en-US"/>
              <a:t>Click to edit Master title style</a:t>
            </a:r>
            <a:endParaRPr lang="en-US" dirty="0"/>
          </a:p>
        </p:txBody>
      </p:sp>
      <p:sp>
        <p:nvSpPr>
          <p:cNvPr id="3" name="Subtitle 2"/>
          <p:cNvSpPr>
            <a:spLocks noGrp="1"/>
          </p:cNvSpPr>
          <p:nvPr>
            <p:ph type="subTitle" idx="1"/>
          </p:nvPr>
        </p:nvSpPr>
        <p:spPr>
          <a:xfrm>
            <a:off x="3783410" y="22476884"/>
            <a:ext cx="22700456" cy="10332032"/>
          </a:xfrm>
        </p:spPr>
        <p:txBody>
          <a:bodyPr/>
          <a:lstStyle>
            <a:lvl1pPr marL="0" indent="0" algn="ctr">
              <a:buNone/>
              <a:defRPr sz="7944"/>
            </a:lvl1pPr>
            <a:lvl2pPr marL="1513378" indent="0" algn="ctr">
              <a:buNone/>
              <a:defRPr sz="6620"/>
            </a:lvl2pPr>
            <a:lvl3pPr marL="3026755" indent="0" algn="ctr">
              <a:buNone/>
              <a:defRPr sz="5958"/>
            </a:lvl3pPr>
            <a:lvl4pPr marL="4540133" indent="0" algn="ctr">
              <a:buNone/>
              <a:defRPr sz="5296"/>
            </a:lvl4pPr>
            <a:lvl5pPr marL="6053511" indent="0" algn="ctr">
              <a:buNone/>
              <a:defRPr sz="5296"/>
            </a:lvl5pPr>
            <a:lvl6pPr marL="7566889" indent="0" algn="ctr">
              <a:buNone/>
              <a:defRPr sz="5296"/>
            </a:lvl6pPr>
            <a:lvl7pPr marL="9080266" indent="0" algn="ctr">
              <a:buNone/>
              <a:defRPr sz="5296"/>
            </a:lvl7pPr>
            <a:lvl8pPr marL="10593644" indent="0" algn="ctr">
              <a:buNone/>
              <a:defRPr sz="5296"/>
            </a:lvl8pPr>
            <a:lvl9pPr marL="12107022" indent="0" algn="ctr">
              <a:buNone/>
              <a:defRPr sz="5296"/>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CC52A70-1682-4967-8B8E-ED0BCE20DE0B}" type="datetimeFigureOut">
              <a:rPr lang="en-US" smtClean="0"/>
              <a:t>9/20/2026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D94E698-7E5E-4C45-B3FE-0E5EE17289A4}" type="slidenum">
              <a:rPr lang="en-US" smtClean="0"/>
              <a:t>‹#›</a:t>
            </a:fld>
            <a:endParaRPr lang="en-US"/>
          </a:p>
        </p:txBody>
      </p:sp>
    </p:spTree>
    <p:extLst>
      <p:ext uri="{BB962C8B-B14F-4D97-AF65-F5344CB8AC3E}">
        <p14:creationId xmlns:p14="http://schemas.microsoft.com/office/powerpoint/2010/main" val="15011580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CC52A70-1682-4967-8B8E-ED0BCE20DE0B}" type="datetimeFigureOut">
              <a:rPr lang="en-US" smtClean="0"/>
              <a:t>9/20/2026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D94E698-7E5E-4C45-B3FE-0E5EE17289A4}" type="slidenum">
              <a:rPr lang="en-US" smtClean="0"/>
              <a:t>‹#›</a:t>
            </a:fld>
            <a:endParaRPr lang="en-US"/>
          </a:p>
        </p:txBody>
      </p:sp>
    </p:spTree>
    <p:extLst>
      <p:ext uri="{BB962C8B-B14F-4D97-AF65-F5344CB8AC3E}">
        <p14:creationId xmlns:p14="http://schemas.microsoft.com/office/powerpoint/2010/main" val="20415077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65112" y="10668854"/>
            <a:ext cx="26105525" cy="17801211"/>
          </a:xfrm>
        </p:spPr>
        <p:txBody>
          <a:bodyPr anchor="b"/>
          <a:lstStyle>
            <a:lvl1pPr>
              <a:defRPr sz="19861"/>
            </a:lvl1pPr>
          </a:lstStyle>
          <a:p>
            <a:r>
              <a:rPr lang="en-US"/>
              <a:t>Click to edit Master title style</a:t>
            </a:r>
            <a:endParaRPr lang="en-US" dirty="0"/>
          </a:p>
        </p:txBody>
      </p:sp>
      <p:sp>
        <p:nvSpPr>
          <p:cNvPr id="3" name="Text Placeholder 2"/>
          <p:cNvSpPr>
            <a:spLocks noGrp="1"/>
          </p:cNvSpPr>
          <p:nvPr>
            <p:ph type="body" idx="1"/>
          </p:nvPr>
        </p:nvSpPr>
        <p:spPr>
          <a:xfrm>
            <a:off x="2065112" y="28638472"/>
            <a:ext cx="26105525" cy="9361236"/>
          </a:xfrm>
        </p:spPr>
        <p:txBody>
          <a:bodyPr/>
          <a:lstStyle>
            <a:lvl1pPr marL="0" indent="0">
              <a:buNone/>
              <a:defRPr sz="7944">
                <a:solidFill>
                  <a:schemeClr val="tx1">
                    <a:tint val="82000"/>
                  </a:schemeClr>
                </a:solidFill>
              </a:defRPr>
            </a:lvl1pPr>
            <a:lvl2pPr marL="1513378" indent="0">
              <a:buNone/>
              <a:defRPr sz="6620">
                <a:solidFill>
                  <a:schemeClr val="tx1">
                    <a:tint val="82000"/>
                  </a:schemeClr>
                </a:solidFill>
              </a:defRPr>
            </a:lvl2pPr>
            <a:lvl3pPr marL="3026755" indent="0">
              <a:buNone/>
              <a:defRPr sz="5958">
                <a:solidFill>
                  <a:schemeClr val="tx1">
                    <a:tint val="82000"/>
                  </a:schemeClr>
                </a:solidFill>
              </a:defRPr>
            </a:lvl3pPr>
            <a:lvl4pPr marL="4540133" indent="0">
              <a:buNone/>
              <a:defRPr sz="5296">
                <a:solidFill>
                  <a:schemeClr val="tx1">
                    <a:tint val="82000"/>
                  </a:schemeClr>
                </a:solidFill>
              </a:defRPr>
            </a:lvl4pPr>
            <a:lvl5pPr marL="6053511" indent="0">
              <a:buNone/>
              <a:defRPr sz="5296">
                <a:solidFill>
                  <a:schemeClr val="tx1">
                    <a:tint val="82000"/>
                  </a:schemeClr>
                </a:solidFill>
              </a:defRPr>
            </a:lvl5pPr>
            <a:lvl6pPr marL="7566889" indent="0">
              <a:buNone/>
              <a:defRPr sz="5296">
                <a:solidFill>
                  <a:schemeClr val="tx1">
                    <a:tint val="82000"/>
                  </a:schemeClr>
                </a:solidFill>
              </a:defRPr>
            </a:lvl6pPr>
            <a:lvl7pPr marL="9080266" indent="0">
              <a:buNone/>
              <a:defRPr sz="5296">
                <a:solidFill>
                  <a:schemeClr val="tx1">
                    <a:tint val="82000"/>
                  </a:schemeClr>
                </a:solidFill>
              </a:defRPr>
            </a:lvl7pPr>
            <a:lvl8pPr marL="10593644" indent="0">
              <a:buNone/>
              <a:defRPr sz="5296">
                <a:solidFill>
                  <a:schemeClr val="tx1">
                    <a:tint val="82000"/>
                  </a:schemeClr>
                </a:solidFill>
              </a:defRPr>
            </a:lvl8pPr>
            <a:lvl9pPr marL="12107022" indent="0">
              <a:buNone/>
              <a:defRPr sz="5296">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CC52A70-1682-4967-8B8E-ED0BCE20DE0B}" type="datetimeFigureOut">
              <a:rPr lang="en-US" smtClean="0"/>
              <a:t>9/20/2026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D94E698-7E5E-4C45-B3FE-0E5EE17289A4}" type="slidenum">
              <a:rPr lang="en-US" smtClean="0"/>
              <a:t>‹#›</a:t>
            </a:fld>
            <a:endParaRPr lang="en-US"/>
          </a:p>
        </p:txBody>
      </p:sp>
    </p:spTree>
    <p:extLst>
      <p:ext uri="{BB962C8B-B14F-4D97-AF65-F5344CB8AC3E}">
        <p14:creationId xmlns:p14="http://schemas.microsoft.com/office/powerpoint/2010/main" val="37646141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080875" y="11391985"/>
            <a:ext cx="12863592" cy="2715255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15322808" y="11391985"/>
            <a:ext cx="12863592" cy="2715255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CC52A70-1682-4967-8B8E-ED0BCE20DE0B}" type="datetimeFigureOut">
              <a:rPr lang="en-US" smtClean="0"/>
              <a:t>9/20/2026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D94E698-7E5E-4C45-B3FE-0E5EE17289A4}" type="slidenum">
              <a:rPr lang="en-US" smtClean="0"/>
              <a:t>‹#›</a:t>
            </a:fld>
            <a:endParaRPr lang="en-US"/>
          </a:p>
        </p:txBody>
      </p:sp>
    </p:spTree>
    <p:extLst>
      <p:ext uri="{BB962C8B-B14F-4D97-AF65-F5344CB8AC3E}">
        <p14:creationId xmlns:p14="http://schemas.microsoft.com/office/powerpoint/2010/main" val="26237721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084817" y="2278406"/>
            <a:ext cx="26105525" cy="8271575"/>
          </a:xfrm>
        </p:spPr>
        <p:txBody>
          <a:bodyPr/>
          <a:lstStyle/>
          <a:p>
            <a:r>
              <a:rPr lang="en-US"/>
              <a:t>Click to edit Master title style</a:t>
            </a:r>
            <a:endParaRPr lang="en-US" dirty="0"/>
          </a:p>
        </p:txBody>
      </p:sp>
      <p:sp>
        <p:nvSpPr>
          <p:cNvPr id="3" name="Text Placeholder 2"/>
          <p:cNvSpPr>
            <a:spLocks noGrp="1"/>
          </p:cNvSpPr>
          <p:nvPr>
            <p:ph type="body" idx="1"/>
          </p:nvPr>
        </p:nvSpPr>
        <p:spPr>
          <a:xfrm>
            <a:off x="2084821" y="10490535"/>
            <a:ext cx="12804474" cy="5141249"/>
          </a:xfrm>
        </p:spPr>
        <p:txBody>
          <a:bodyPr anchor="b"/>
          <a:lstStyle>
            <a:lvl1pPr marL="0" indent="0">
              <a:buNone/>
              <a:defRPr sz="7944" b="1"/>
            </a:lvl1pPr>
            <a:lvl2pPr marL="1513378" indent="0">
              <a:buNone/>
              <a:defRPr sz="6620" b="1"/>
            </a:lvl2pPr>
            <a:lvl3pPr marL="3026755" indent="0">
              <a:buNone/>
              <a:defRPr sz="5958" b="1"/>
            </a:lvl3pPr>
            <a:lvl4pPr marL="4540133" indent="0">
              <a:buNone/>
              <a:defRPr sz="5296" b="1"/>
            </a:lvl4pPr>
            <a:lvl5pPr marL="6053511" indent="0">
              <a:buNone/>
              <a:defRPr sz="5296" b="1"/>
            </a:lvl5pPr>
            <a:lvl6pPr marL="7566889" indent="0">
              <a:buNone/>
              <a:defRPr sz="5296" b="1"/>
            </a:lvl6pPr>
            <a:lvl7pPr marL="9080266" indent="0">
              <a:buNone/>
              <a:defRPr sz="5296" b="1"/>
            </a:lvl7pPr>
            <a:lvl8pPr marL="10593644" indent="0">
              <a:buNone/>
              <a:defRPr sz="5296" b="1"/>
            </a:lvl8pPr>
            <a:lvl9pPr marL="12107022" indent="0">
              <a:buNone/>
              <a:defRPr sz="5296" b="1"/>
            </a:lvl9pPr>
          </a:lstStyle>
          <a:p>
            <a:pPr lvl="0"/>
            <a:r>
              <a:rPr lang="en-US"/>
              <a:t>Click to edit Master text styles</a:t>
            </a:r>
          </a:p>
        </p:txBody>
      </p:sp>
      <p:sp>
        <p:nvSpPr>
          <p:cNvPr id="4" name="Content Placeholder 3"/>
          <p:cNvSpPr>
            <a:spLocks noGrp="1"/>
          </p:cNvSpPr>
          <p:nvPr>
            <p:ph sz="half" idx="2"/>
          </p:nvPr>
        </p:nvSpPr>
        <p:spPr>
          <a:xfrm>
            <a:off x="2084821" y="15631784"/>
            <a:ext cx="12804474" cy="2299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15322810" y="10490535"/>
            <a:ext cx="12867534" cy="5141249"/>
          </a:xfrm>
        </p:spPr>
        <p:txBody>
          <a:bodyPr anchor="b"/>
          <a:lstStyle>
            <a:lvl1pPr marL="0" indent="0">
              <a:buNone/>
              <a:defRPr sz="7944" b="1"/>
            </a:lvl1pPr>
            <a:lvl2pPr marL="1513378" indent="0">
              <a:buNone/>
              <a:defRPr sz="6620" b="1"/>
            </a:lvl2pPr>
            <a:lvl3pPr marL="3026755" indent="0">
              <a:buNone/>
              <a:defRPr sz="5958" b="1"/>
            </a:lvl3pPr>
            <a:lvl4pPr marL="4540133" indent="0">
              <a:buNone/>
              <a:defRPr sz="5296" b="1"/>
            </a:lvl4pPr>
            <a:lvl5pPr marL="6053511" indent="0">
              <a:buNone/>
              <a:defRPr sz="5296" b="1"/>
            </a:lvl5pPr>
            <a:lvl6pPr marL="7566889" indent="0">
              <a:buNone/>
              <a:defRPr sz="5296" b="1"/>
            </a:lvl6pPr>
            <a:lvl7pPr marL="9080266" indent="0">
              <a:buNone/>
              <a:defRPr sz="5296" b="1"/>
            </a:lvl7pPr>
            <a:lvl8pPr marL="10593644" indent="0">
              <a:buNone/>
              <a:defRPr sz="5296" b="1"/>
            </a:lvl8pPr>
            <a:lvl9pPr marL="12107022" indent="0">
              <a:buNone/>
              <a:defRPr sz="5296" b="1"/>
            </a:lvl9pPr>
          </a:lstStyle>
          <a:p>
            <a:pPr lvl="0"/>
            <a:r>
              <a:rPr lang="en-US"/>
              <a:t>Click to edit Master text styles</a:t>
            </a:r>
          </a:p>
        </p:txBody>
      </p:sp>
      <p:sp>
        <p:nvSpPr>
          <p:cNvPr id="6" name="Content Placeholder 5"/>
          <p:cNvSpPr>
            <a:spLocks noGrp="1"/>
          </p:cNvSpPr>
          <p:nvPr>
            <p:ph sz="quarter" idx="4"/>
          </p:nvPr>
        </p:nvSpPr>
        <p:spPr>
          <a:xfrm>
            <a:off x="15322810" y="15631784"/>
            <a:ext cx="12867534" cy="2299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CC52A70-1682-4967-8B8E-ED0BCE20DE0B}" type="datetimeFigureOut">
              <a:rPr lang="en-US" smtClean="0"/>
              <a:t>9/20/2026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D94E698-7E5E-4C45-B3FE-0E5EE17289A4}" type="slidenum">
              <a:rPr lang="en-US" smtClean="0"/>
              <a:t>‹#›</a:t>
            </a:fld>
            <a:endParaRPr lang="en-US"/>
          </a:p>
        </p:txBody>
      </p:sp>
    </p:spTree>
    <p:extLst>
      <p:ext uri="{BB962C8B-B14F-4D97-AF65-F5344CB8AC3E}">
        <p14:creationId xmlns:p14="http://schemas.microsoft.com/office/powerpoint/2010/main" val="2102777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CC52A70-1682-4967-8B8E-ED0BCE20DE0B}" type="datetimeFigureOut">
              <a:rPr lang="en-US" smtClean="0"/>
              <a:t>9/20/2026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D94E698-7E5E-4C45-B3FE-0E5EE17289A4}" type="slidenum">
              <a:rPr lang="en-US" smtClean="0"/>
              <a:t>‹#›</a:t>
            </a:fld>
            <a:endParaRPr lang="en-US"/>
          </a:p>
        </p:txBody>
      </p:sp>
    </p:spTree>
    <p:extLst>
      <p:ext uri="{BB962C8B-B14F-4D97-AF65-F5344CB8AC3E}">
        <p14:creationId xmlns:p14="http://schemas.microsoft.com/office/powerpoint/2010/main" val="35998020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CC52A70-1682-4967-8B8E-ED0BCE20DE0B}" type="datetimeFigureOut">
              <a:rPr lang="en-US" smtClean="0"/>
              <a:t>9/20/2026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D94E698-7E5E-4C45-B3FE-0E5EE17289A4}" type="slidenum">
              <a:rPr lang="en-US" smtClean="0"/>
              <a:t>‹#›</a:t>
            </a:fld>
            <a:endParaRPr lang="en-US"/>
          </a:p>
        </p:txBody>
      </p:sp>
    </p:spTree>
    <p:extLst>
      <p:ext uri="{BB962C8B-B14F-4D97-AF65-F5344CB8AC3E}">
        <p14:creationId xmlns:p14="http://schemas.microsoft.com/office/powerpoint/2010/main" val="22243128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084817" y="2852949"/>
            <a:ext cx="9761984" cy="9985322"/>
          </a:xfrm>
        </p:spPr>
        <p:txBody>
          <a:bodyPr anchor="b"/>
          <a:lstStyle>
            <a:lvl1pPr>
              <a:defRPr sz="10592"/>
            </a:lvl1pPr>
          </a:lstStyle>
          <a:p>
            <a:r>
              <a:rPr lang="en-US"/>
              <a:t>Click to edit Master title style</a:t>
            </a:r>
            <a:endParaRPr lang="en-US" dirty="0"/>
          </a:p>
        </p:txBody>
      </p:sp>
      <p:sp>
        <p:nvSpPr>
          <p:cNvPr id="3" name="Content Placeholder 2"/>
          <p:cNvSpPr>
            <a:spLocks noGrp="1"/>
          </p:cNvSpPr>
          <p:nvPr>
            <p:ph idx="1"/>
          </p:nvPr>
        </p:nvSpPr>
        <p:spPr>
          <a:xfrm>
            <a:off x="12867534" y="6161587"/>
            <a:ext cx="15322808" cy="30411646"/>
          </a:xfrm>
        </p:spPr>
        <p:txBody>
          <a:bodyPr/>
          <a:lstStyle>
            <a:lvl1pPr>
              <a:defRPr sz="10592"/>
            </a:lvl1pPr>
            <a:lvl2pPr>
              <a:defRPr sz="9268"/>
            </a:lvl2pPr>
            <a:lvl3pPr>
              <a:defRPr sz="7944"/>
            </a:lvl3pPr>
            <a:lvl4pPr>
              <a:defRPr sz="6620"/>
            </a:lvl4pPr>
            <a:lvl5pPr>
              <a:defRPr sz="6620"/>
            </a:lvl5pPr>
            <a:lvl6pPr>
              <a:defRPr sz="6620"/>
            </a:lvl6pPr>
            <a:lvl7pPr>
              <a:defRPr sz="6620"/>
            </a:lvl7pPr>
            <a:lvl8pPr>
              <a:defRPr sz="6620"/>
            </a:lvl8pPr>
            <a:lvl9pPr>
              <a:defRPr sz="662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084817" y="12838271"/>
            <a:ext cx="9761984" cy="23784486"/>
          </a:xfrm>
        </p:spPr>
        <p:txBody>
          <a:bodyPr/>
          <a:lstStyle>
            <a:lvl1pPr marL="0" indent="0">
              <a:buNone/>
              <a:defRPr sz="5296"/>
            </a:lvl1pPr>
            <a:lvl2pPr marL="1513378" indent="0">
              <a:buNone/>
              <a:defRPr sz="4634"/>
            </a:lvl2pPr>
            <a:lvl3pPr marL="3026755" indent="0">
              <a:buNone/>
              <a:defRPr sz="3972"/>
            </a:lvl3pPr>
            <a:lvl4pPr marL="4540133" indent="0">
              <a:buNone/>
              <a:defRPr sz="3310"/>
            </a:lvl4pPr>
            <a:lvl5pPr marL="6053511" indent="0">
              <a:buNone/>
              <a:defRPr sz="3310"/>
            </a:lvl5pPr>
            <a:lvl6pPr marL="7566889" indent="0">
              <a:buNone/>
              <a:defRPr sz="3310"/>
            </a:lvl6pPr>
            <a:lvl7pPr marL="9080266" indent="0">
              <a:buNone/>
              <a:defRPr sz="3310"/>
            </a:lvl7pPr>
            <a:lvl8pPr marL="10593644" indent="0">
              <a:buNone/>
              <a:defRPr sz="3310"/>
            </a:lvl8pPr>
            <a:lvl9pPr marL="12107022" indent="0">
              <a:buNone/>
              <a:defRPr sz="3310"/>
            </a:lvl9pPr>
          </a:lstStyle>
          <a:p>
            <a:pPr lvl="0"/>
            <a:r>
              <a:rPr lang="en-US"/>
              <a:t>Click to edit Master text styles</a:t>
            </a:r>
          </a:p>
        </p:txBody>
      </p:sp>
      <p:sp>
        <p:nvSpPr>
          <p:cNvPr id="5" name="Date Placeholder 4"/>
          <p:cNvSpPr>
            <a:spLocks noGrp="1"/>
          </p:cNvSpPr>
          <p:nvPr>
            <p:ph type="dt" sz="half" idx="10"/>
          </p:nvPr>
        </p:nvSpPr>
        <p:spPr/>
        <p:txBody>
          <a:bodyPr/>
          <a:lstStyle/>
          <a:p>
            <a:fld id="{ECC52A70-1682-4967-8B8E-ED0BCE20DE0B}" type="datetimeFigureOut">
              <a:rPr lang="en-US" smtClean="0"/>
              <a:t>9/20/2026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D94E698-7E5E-4C45-B3FE-0E5EE17289A4}" type="slidenum">
              <a:rPr lang="en-US" smtClean="0"/>
              <a:t>‹#›</a:t>
            </a:fld>
            <a:endParaRPr lang="en-US"/>
          </a:p>
        </p:txBody>
      </p:sp>
    </p:spTree>
    <p:extLst>
      <p:ext uri="{BB962C8B-B14F-4D97-AF65-F5344CB8AC3E}">
        <p14:creationId xmlns:p14="http://schemas.microsoft.com/office/powerpoint/2010/main" val="21436828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084817" y="2852949"/>
            <a:ext cx="9761984" cy="9985322"/>
          </a:xfrm>
        </p:spPr>
        <p:txBody>
          <a:bodyPr anchor="b"/>
          <a:lstStyle>
            <a:lvl1pPr>
              <a:defRPr sz="10592"/>
            </a:lvl1pPr>
          </a:lstStyle>
          <a:p>
            <a:r>
              <a:rPr lang="en-US"/>
              <a:t>Click to edit Master title style</a:t>
            </a:r>
            <a:endParaRPr lang="en-US" dirty="0"/>
          </a:p>
        </p:txBody>
      </p:sp>
      <p:sp>
        <p:nvSpPr>
          <p:cNvPr id="3" name="Picture Placeholder 2"/>
          <p:cNvSpPr>
            <a:spLocks noGrp="1" noChangeAspect="1"/>
          </p:cNvSpPr>
          <p:nvPr>
            <p:ph type="pic" idx="1"/>
          </p:nvPr>
        </p:nvSpPr>
        <p:spPr>
          <a:xfrm>
            <a:off x="12867534" y="6161587"/>
            <a:ext cx="15322808" cy="30411646"/>
          </a:xfrm>
        </p:spPr>
        <p:txBody>
          <a:bodyPr anchor="t"/>
          <a:lstStyle>
            <a:lvl1pPr marL="0" indent="0">
              <a:buNone/>
              <a:defRPr sz="10592"/>
            </a:lvl1pPr>
            <a:lvl2pPr marL="1513378" indent="0">
              <a:buNone/>
              <a:defRPr sz="9268"/>
            </a:lvl2pPr>
            <a:lvl3pPr marL="3026755" indent="0">
              <a:buNone/>
              <a:defRPr sz="7944"/>
            </a:lvl3pPr>
            <a:lvl4pPr marL="4540133" indent="0">
              <a:buNone/>
              <a:defRPr sz="6620"/>
            </a:lvl4pPr>
            <a:lvl5pPr marL="6053511" indent="0">
              <a:buNone/>
              <a:defRPr sz="6620"/>
            </a:lvl5pPr>
            <a:lvl6pPr marL="7566889" indent="0">
              <a:buNone/>
              <a:defRPr sz="6620"/>
            </a:lvl6pPr>
            <a:lvl7pPr marL="9080266" indent="0">
              <a:buNone/>
              <a:defRPr sz="6620"/>
            </a:lvl7pPr>
            <a:lvl8pPr marL="10593644" indent="0">
              <a:buNone/>
              <a:defRPr sz="6620"/>
            </a:lvl8pPr>
            <a:lvl9pPr marL="12107022" indent="0">
              <a:buNone/>
              <a:defRPr sz="6620"/>
            </a:lvl9pPr>
          </a:lstStyle>
          <a:p>
            <a:r>
              <a:rPr lang="en-US"/>
              <a:t>Click icon to add picture</a:t>
            </a:r>
            <a:endParaRPr lang="en-US" dirty="0"/>
          </a:p>
        </p:txBody>
      </p:sp>
      <p:sp>
        <p:nvSpPr>
          <p:cNvPr id="4" name="Text Placeholder 3"/>
          <p:cNvSpPr>
            <a:spLocks noGrp="1"/>
          </p:cNvSpPr>
          <p:nvPr>
            <p:ph type="body" sz="half" idx="2"/>
          </p:nvPr>
        </p:nvSpPr>
        <p:spPr>
          <a:xfrm>
            <a:off x="2084817" y="12838271"/>
            <a:ext cx="9761984" cy="23784486"/>
          </a:xfrm>
        </p:spPr>
        <p:txBody>
          <a:bodyPr/>
          <a:lstStyle>
            <a:lvl1pPr marL="0" indent="0">
              <a:buNone/>
              <a:defRPr sz="5296"/>
            </a:lvl1pPr>
            <a:lvl2pPr marL="1513378" indent="0">
              <a:buNone/>
              <a:defRPr sz="4634"/>
            </a:lvl2pPr>
            <a:lvl3pPr marL="3026755" indent="0">
              <a:buNone/>
              <a:defRPr sz="3972"/>
            </a:lvl3pPr>
            <a:lvl4pPr marL="4540133" indent="0">
              <a:buNone/>
              <a:defRPr sz="3310"/>
            </a:lvl4pPr>
            <a:lvl5pPr marL="6053511" indent="0">
              <a:buNone/>
              <a:defRPr sz="3310"/>
            </a:lvl5pPr>
            <a:lvl6pPr marL="7566889" indent="0">
              <a:buNone/>
              <a:defRPr sz="3310"/>
            </a:lvl6pPr>
            <a:lvl7pPr marL="9080266" indent="0">
              <a:buNone/>
              <a:defRPr sz="3310"/>
            </a:lvl7pPr>
            <a:lvl8pPr marL="10593644" indent="0">
              <a:buNone/>
              <a:defRPr sz="3310"/>
            </a:lvl8pPr>
            <a:lvl9pPr marL="12107022" indent="0">
              <a:buNone/>
              <a:defRPr sz="3310"/>
            </a:lvl9pPr>
          </a:lstStyle>
          <a:p>
            <a:pPr lvl="0"/>
            <a:r>
              <a:rPr lang="en-US"/>
              <a:t>Click to edit Master text styles</a:t>
            </a:r>
          </a:p>
        </p:txBody>
      </p:sp>
      <p:sp>
        <p:nvSpPr>
          <p:cNvPr id="5" name="Date Placeholder 4"/>
          <p:cNvSpPr>
            <a:spLocks noGrp="1"/>
          </p:cNvSpPr>
          <p:nvPr>
            <p:ph type="dt" sz="half" idx="10"/>
          </p:nvPr>
        </p:nvSpPr>
        <p:spPr/>
        <p:txBody>
          <a:bodyPr/>
          <a:lstStyle/>
          <a:p>
            <a:fld id="{ECC52A70-1682-4967-8B8E-ED0BCE20DE0B}" type="datetimeFigureOut">
              <a:rPr lang="en-US" smtClean="0"/>
              <a:t>9/20/2026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D94E698-7E5E-4C45-B3FE-0E5EE17289A4}" type="slidenum">
              <a:rPr lang="en-US" smtClean="0"/>
              <a:t>‹#›</a:t>
            </a:fld>
            <a:endParaRPr lang="en-US"/>
          </a:p>
        </p:txBody>
      </p:sp>
    </p:spTree>
    <p:extLst>
      <p:ext uri="{BB962C8B-B14F-4D97-AF65-F5344CB8AC3E}">
        <p14:creationId xmlns:p14="http://schemas.microsoft.com/office/powerpoint/2010/main" val="22704008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CC52A70-1682-4967-8B8E-ED0BCE20DE0B}" type="datetimeFigureOut">
              <a:rPr lang="en-US" smtClean="0"/>
              <a:t>9/20/2026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D94E698-7E5E-4C45-B3FE-0E5EE17289A4}" type="slidenum">
              <a:rPr lang="en-US" smtClean="0"/>
              <a:t>‹#›</a:t>
            </a:fld>
            <a:endParaRPr lang="en-US"/>
          </a:p>
        </p:txBody>
      </p:sp>
    </p:spTree>
    <p:extLst>
      <p:ext uri="{BB962C8B-B14F-4D97-AF65-F5344CB8AC3E}">
        <p14:creationId xmlns:p14="http://schemas.microsoft.com/office/powerpoint/2010/main" val="27635780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1660020" y="2278397"/>
            <a:ext cx="6526381" cy="36266139"/>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080877" y="2278397"/>
            <a:ext cx="19200803" cy="3626613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CC52A70-1682-4967-8B8E-ED0BCE20DE0B}" type="datetimeFigureOut">
              <a:rPr lang="en-US" smtClean="0"/>
              <a:t>9/20/2026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D94E698-7E5E-4C45-B3FE-0E5EE17289A4}" type="slidenum">
              <a:rPr lang="en-US" smtClean="0"/>
              <a:t>‹#›</a:t>
            </a:fld>
            <a:endParaRPr lang="en-US"/>
          </a:p>
        </p:txBody>
      </p:sp>
    </p:spTree>
    <p:extLst>
      <p:ext uri="{BB962C8B-B14F-4D97-AF65-F5344CB8AC3E}">
        <p14:creationId xmlns:p14="http://schemas.microsoft.com/office/powerpoint/2010/main" val="41911363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080875" y="2278406"/>
            <a:ext cx="26105525" cy="8271575"/>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080875" y="11391985"/>
            <a:ext cx="26105525" cy="2715255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080875" y="39663928"/>
            <a:ext cx="6810137" cy="2278397"/>
          </a:xfrm>
          <a:prstGeom prst="rect">
            <a:avLst/>
          </a:prstGeom>
        </p:spPr>
        <p:txBody>
          <a:bodyPr vert="horz" lIns="91440" tIns="45720" rIns="91440" bIns="45720" rtlCol="0" anchor="ctr"/>
          <a:lstStyle>
            <a:lvl1pPr algn="l">
              <a:defRPr sz="3972">
                <a:solidFill>
                  <a:schemeClr val="tx1">
                    <a:tint val="82000"/>
                  </a:schemeClr>
                </a:solidFill>
              </a:defRPr>
            </a:lvl1pPr>
          </a:lstStyle>
          <a:p>
            <a:fld id="{ECC52A70-1682-4967-8B8E-ED0BCE20DE0B}" type="datetimeFigureOut">
              <a:rPr lang="en-US" smtClean="0"/>
              <a:t>9/20/2026</a:t>
            </a:fld>
            <a:endParaRPr lang="en-US"/>
          </a:p>
        </p:txBody>
      </p:sp>
      <p:sp>
        <p:nvSpPr>
          <p:cNvPr id="5" name="Footer Placeholder 4"/>
          <p:cNvSpPr>
            <a:spLocks noGrp="1"/>
          </p:cNvSpPr>
          <p:nvPr>
            <p:ph type="ftr" sz="quarter" idx="3"/>
          </p:nvPr>
        </p:nvSpPr>
        <p:spPr>
          <a:xfrm>
            <a:off x="10026035" y="39663928"/>
            <a:ext cx="10215205" cy="2278397"/>
          </a:xfrm>
          <a:prstGeom prst="rect">
            <a:avLst/>
          </a:prstGeom>
        </p:spPr>
        <p:txBody>
          <a:bodyPr vert="horz" lIns="91440" tIns="45720" rIns="91440" bIns="45720" rtlCol="0" anchor="ctr"/>
          <a:lstStyle>
            <a:lvl1pPr algn="ctr">
              <a:defRPr sz="3972">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21376263" y="39663928"/>
            <a:ext cx="6810137" cy="2278397"/>
          </a:xfrm>
          <a:prstGeom prst="rect">
            <a:avLst/>
          </a:prstGeom>
        </p:spPr>
        <p:txBody>
          <a:bodyPr vert="horz" lIns="91440" tIns="45720" rIns="91440" bIns="45720" rtlCol="0" anchor="ctr"/>
          <a:lstStyle>
            <a:lvl1pPr algn="r">
              <a:defRPr sz="3972">
                <a:solidFill>
                  <a:schemeClr val="tx1">
                    <a:tint val="82000"/>
                  </a:schemeClr>
                </a:solidFill>
              </a:defRPr>
            </a:lvl1pPr>
          </a:lstStyle>
          <a:p>
            <a:fld id="{4D94E698-7E5E-4C45-B3FE-0E5EE17289A4}" type="slidenum">
              <a:rPr lang="en-US" smtClean="0"/>
              <a:t>‹#›</a:t>
            </a:fld>
            <a:endParaRPr lang="en-US"/>
          </a:p>
        </p:txBody>
      </p:sp>
    </p:spTree>
    <p:extLst>
      <p:ext uri="{BB962C8B-B14F-4D97-AF65-F5344CB8AC3E}">
        <p14:creationId xmlns:p14="http://schemas.microsoft.com/office/powerpoint/2010/main" val="212716624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3026755" rtl="0" eaLnBrk="1" latinLnBrk="0" hangingPunct="1">
        <a:lnSpc>
          <a:spcPct val="90000"/>
        </a:lnSpc>
        <a:spcBef>
          <a:spcPct val="0"/>
        </a:spcBef>
        <a:buNone/>
        <a:defRPr sz="14564" kern="1200">
          <a:solidFill>
            <a:schemeClr val="tx1"/>
          </a:solidFill>
          <a:latin typeface="+mj-lt"/>
          <a:ea typeface="+mj-ea"/>
          <a:cs typeface="+mj-cs"/>
        </a:defRPr>
      </a:lvl1pPr>
    </p:titleStyle>
    <p:bodyStyle>
      <a:lvl1pPr marL="756689" indent="-756689" algn="l" defTabSz="3026755" rtl="0" eaLnBrk="1" latinLnBrk="0" hangingPunct="1">
        <a:lnSpc>
          <a:spcPct val="90000"/>
        </a:lnSpc>
        <a:spcBef>
          <a:spcPts val="3310"/>
        </a:spcBef>
        <a:buFont typeface="Arial" panose="020B0604020202020204" pitchFamily="34" charset="0"/>
        <a:buChar char="•"/>
        <a:defRPr sz="9268" kern="1200">
          <a:solidFill>
            <a:schemeClr val="tx1"/>
          </a:solidFill>
          <a:latin typeface="+mn-lt"/>
          <a:ea typeface="+mn-ea"/>
          <a:cs typeface="+mn-cs"/>
        </a:defRPr>
      </a:lvl1pPr>
      <a:lvl2pPr marL="2270067" indent="-756689" algn="l" defTabSz="3026755" rtl="0" eaLnBrk="1" latinLnBrk="0" hangingPunct="1">
        <a:lnSpc>
          <a:spcPct val="90000"/>
        </a:lnSpc>
        <a:spcBef>
          <a:spcPts val="1655"/>
        </a:spcBef>
        <a:buFont typeface="Arial" panose="020B0604020202020204" pitchFamily="34" charset="0"/>
        <a:buChar char="•"/>
        <a:defRPr sz="7944" kern="1200">
          <a:solidFill>
            <a:schemeClr val="tx1"/>
          </a:solidFill>
          <a:latin typeface="+mn-lt"/>
          <a:ea typeface="+mn-ea"/>
          <a:cs typeface="+mn-cs"/>
        </a:defRPr>
      </a:lvl2pPr>
      <a:lvl3pPr marL="3783444" indent="-756689" algn="l" defTabSz="3026755" rtl="0" eaLnBrk="1" latinLnBrk="0" hangingPunct="1">
        <a:lnSpc>
          <a:spcPct val="90000"/>
        </a:lnSpc>
        <a:spcBef>
          <a:spcPts val="1655"/>
        </a:spcBef>
        <a:buFont typeface="Arial" panose="020B0604020202020204" pitchFamily="34" charset="0"/>
        <a:buChar char="•"/>
        <a:defRPr sz="6620" kern="1200">
          <a:solidFill>
            <a:schemeClr val="tx1"/>
          </a:solidFill>
          <a:latin typeface="+mn-lt"/>
          <a:ea typeface="+mn-ea"/>
          <a:cs typeface="+mn-cs"/>
        </a:defRPr>
      </a:lvl3pPr>
      <a:lvl4pPr marL="5296822" indent="-756689" algn="l" defTabSz="3026755" rtl="0" eaLnBrk="1" latinLnBrk="0" hangingPunct="1">
        <a:lnSpc>
          <a:spcPct val="90000"/>
        </a:lnSpc>
        <a:spcBef>
          <a:spcPts val="1655"/>
        </a:spcBef>
        <a:buFont typeface="Arial" panose="020B0604020202020204" pitchFamily="34" charset="0"/>
        <a:buChar char="•"/>
        <a:defRPr sz="5958" kern="1200">
          <a:solidFill>
            <a:schemeClr val="tx1"/>
          </a:solidFill>
          <a:latin typeface="+mn-lt"/>
          <a:ea typeface="+mn-ea"/>
          <a:cs typeface="+mn-cs"/>
        </a:defRPr>
      </a:lvl4pPr>
      <a:lvl5pPr marL="6810200" indent="-756689" algn="l" defTabSz="3026755" rtl="0" eaLnBrk="1" latinLnBrk="0" hangingPunct="1">
        <a:lnSpc>
          <a:spcPct val="90000"/>
        </a:lnSpc>
        <a:spcBef>
          <a:spcPts val="1655"/>
        </a:spcBef>
        <a:buFont typeface="Arial" panose="020B0604020202020204" pitchFamily="34" charset="0"/>
        <a:buChar char="•"/>
        <a:defRPr sz="5958" kern="1200">
          <a:solidFill>
            <a:schemeClr val="tx1"/>
          </a:solidFill>
          <a:latin typeface="+mn-lt"/>
          <a:ea typeface="+mn-ea"/>
          <a:cs typeface="+mn-cs"/>
        </a:defRPr>
      </a:lvl5pPr>
      <a:lvl6pPr marL="8323577" indent="-756689" algn="l" defTabSz="3026755" rtl="0" eaLnBrk="1" latinLnBrk="0" hangingPunct="1">
        <a:lnSpc>
          <a:spcPct val="90000"/>
        </a:lnSpc>
        <a:spcBef>
          <a:spcPts val="1655"/>
        </a:spcBef>
        <a:buFont typeface="Arial" panose="020B0604020202020204" pitchFamily="34" charset="0"/>
        <a:buChar char="•"/>
        <a:defRPr sz="5958" kern="1200">
          <a:solidFill>
            <a:schemeClr val="tx1"/>
          </a:solidFill>
          <a:latin typeface="+mn-lt"/>
          <a:ea typeface="+mn-ea"/>
          <a:cs typeface="+mn-cs"/>
        </a:defRPr>
      </a:lvl6pPr>
      <a:lvl7pPr marL="9836955" indent="-756689" algn="l" defTabSz="3026755" rtl="0" eaLnBrk="1" latinLnBrk="0" hangingPunct="1">
        <a:lnSpc>
          <a:spcPct val="90000"/>
        </a:lnSpc>
        <a:spcBef>
          <a:spcPts val="1655"/>
        </a:spcBef>
        <a:buFont typeface="Arial" panose="020B0604020202020204" pitchFamily="34" charset="0"/>
        <a:buChar char="•"/>
        <a:defRPr sz="5958" kern="1200">
          <a:solidFill>
            <a:schemeClr val="tx1"/>
          </a:solidFill>
          <a:latin typeface="+mn-lt"/>
          <a:ea typeface="+mn-ea"/>
          <a:cs typeface="+mn-cs"/>
        </a:defRPr>
      </a:lvl7pPr>
      <a:lvl8pPr marL="11350333" indent="-756689" algn="l" defTabSz="3026755" rtl="0" eaLnBrk="1" latinLnBrk="0" hangingPunct="1">
        <a:lnSpc>
          <a:spcPct val="90000"/>
        </a:lnSpc>
        <a:spcBef>
          <a:spcPts val="1655"/>
        </a:spcBef>
        <a:buFont typeface="Arial" panose="020B0604020202020204" pitchFamily="34" charset="0"/>
        <a:buChar char="•"/>
        <a:defRPr sz="5958" kern="1200">
          <a:solidFill>
            <a:schemeClr val="tx1"/>
          </a:solidFill>
          <a:latin typeface="+mn-lt"/>
          <a:ea typeface="+mn-ea"/>
          <a:cs typeface="+mn-cs"/>
        </a:defRPr>
      </a:lvl8pPr>
      <a:lvl9pPr marL="12863711" indent="-756689" algn="l" defTabSz="3026755" rtl="0" eaLnBrk="1" latinLnBrk="0" hangingPunct="1">
        <a:lnSpc>
          <a:spcPct val="90000"/>
        </a:lnSpc>
        <a:spcBef>
          <a:spcPts val="1655"/>
        </a:spcBef>
        <a:buFont typeface="Arial" panose="020B0604020202020204" pitchFamily="34" charset="0"/>
        <a:buChar char="•"/>
        <a:defRPr sz="5958" kern="1200">
          <a:solidFill>
            <a:schemeClr val="tx1"/>
          </a:solidFill>
          <a:latin typeface="+mn-lt"/>
          <a:ea typeface="+mn-ea"/>
          <a:cs typeface="+mn-cs"/>
        </a:defRPr>
      </a:lvl9pPr>
    </p:bodyStyle>
    <p:otherStyle>
      <a:defPPr>
        <a:defRPr lang="en-US"/>
      </a:defPPr>
      <a:lvl1pPr marL="0" algn="l" defTabSz="3026755" rtl="0" eaLnBrk="1" latinLnBrk="0" hangingPunct="1">
        <a:defRPr sz="5958" kern="1200">
          <a:solidFill>
            <a:schemeClr val="tx1"/>
          </a:solidFill>
          <a:latin typeface="+mn-lt"/>
          <a:ea typeface="+mn-ea"/>
          <a:cs typeface="+mn-cs"/>
        </a:defRPr>
      </a:lvl1pPr>
      <a:lvl2pPr marL="1513378" algn="l" defTabSz="3026755" rtl="0" eaLnBrk="1" latinLnBrk="0" hangingPunct="1">
        <a:defRPr sz="5958" kern="1200">
          <a:solidFill>
            <a:schemeClr val="tx1"/>
          </a:solidFill>
          <a:latin typeface="+mn-lt"/>
          <a:ea typeface="+mn-ea"/>
          <a:cs typeface="+mn-cs"/>
        </a:defRPr>
      </a:lvl2pPr>
      <a:lvl3pPr marL="3026755" algn="l" defTabSz="3026755" rtl="0" eaLnBrk="1" latinLnBrk="0" hangingPunct="1">
        <a:defRPr sz="5958" kern="1200">
          <a:solidFill>
            <a:schemeClr val="tx1"/>
          </a:solidFill>
          <a:latin typeface="+mn-lt"/>
          <a:ea typeface="+mn-ea"/>
          <a:cs typeface="+mn-cs"/>
        </a:defRPr>
      </a:lvl3pPr>
      <a:lvl4pPr marL="4540133" algn="l" defTabSz="3026755" rtl="0" eaLnBrk="1" latinLnBrk="0" hangingPunct="1">
        <a:defRPr sz="5958" kern="1200">
          <a:solidFill>
            <a:schemeClr val="tx1"/>
          </a:solidFill>
          <a:latin typeface="+mn-lt"/>
          <a:ea typeface="+mn-ea"/>
          <a:cs typeface="+mn-cs"/>
        </a:defRPr>
      </a:lvl4pPr>
      <a:lvl5pPr marL="6053511" algn="l" defTabSz="3026755" rtl="0" eaLnBrk="1" latinLnBrk="0" hangingPunct="1">
        <a:defRPr sz="5958" kern="1200">
          <a:solidFill>
            <a:schemeClr val="tx1"/>
          </a:solidFill>
          <a:latin typeface="+mn-lt"/>
          <a:ea typeface="+mn-ea"/>
          <a:cs typeface="+mn-cs"/>
        </a:defRPr>
      </a:lvl5pPr>
      <a:lvl6pPr marL="7566889" algn="l" defTabSz="3026755" rtl="0" eaLnBrk="1" latinLnBrk="0" hangingPunct="1">
        <a:defRPr sz="5958" kern="1200">
          <a:solidFill>
            <a:schemeClr val="tx1"/>
          </a:solidFill>
          <a:latin typeface="+mn-lt"/>
          <a:ea typeface="+mn-ea"/>
          <a:cs typeface="+mn-cs"/>
        </a:defRPr>
      </a:lvl6pPr>
      <a:lvl7pPr marL="9080266" algn="l" defTabSz="3026755" rtl="0" eaLnBrk="1" latinLnBrk="0" hangingPunct="1">
        <a:defRPr sz="5958" kern="1200">
          <a:solidFill>
            <a:schemeClr val="tx1"/>
          </a:solidFill>
          <a:latin typeface="+mn-lt"/>
          <a:ea typeface="+mn-ea"/>
          <a:cs typeface="+mn-cs"/>
        </a:defRPr>
      </a:lvl7pPr>
      <a:lvl8pPr marL="10593644" algn="l" defTabSz="3026755" rtl="0" eaLnBrk="1" latinLnBrk="0" hangingPunct="1">
        <a:defRPr sz="5958" kern="1200">
          <a:solidFill>
            <a:schemeClr val="tx1"/>
          </a:solidFill>
          <a:latin typeface="+mn-lt"/>
          <a:ea typeface="+mn-ea"/>
          <a:cs typeface="+mn-cs"/>
        </a:defRPr>
      </a:lvl8pPr>
      <a:lvl9pPr marL="12107022" algn="l" defTabSz="3026755" rtl="0" eaLnBrk="1" latinLnBrk="0" hangingPunct="1">
        <a:defRPr sz="5958"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sp>
        <p:nvSpPr>
          <p:cNvPr id="58" name="Freeform 6">
            <a:extLst>
              <a:ext uri="{FF2B5EF4-FFF2-40B4-BE49-F238E27FC236}">
                <a16:creationId xmlns:a16="http://schemas.microsoft.com/office/drawing/2014/main" id="{C1278045-AD6E-DB5C-C3C8-A287FFFBCBC4}"/>
              </a:ext>
            </a:extLst>
          </p:cNvPr>
          <p:cNvSpPr/>
          <p:nvPr/>
        </p:nvSpPr>
        <p:spPr>
          <a:xfrm>
            <a:off x="20754188" y="5557616"/>
            <a:ext cx="9369682" cy="22057425"/>
          </a:xfrm>
          <a:custGeom>
            <a:avLst/>
            <a:gdLst/>
            <a:ahLst/>
            <a:cxnLst/>
            <a:rect l="l" t="t" r="r" b="b"/>
            <a:pathLst>
              <a:path w="1910769" h="3897149">
                <a:moveTo>
                  <a:pt x="26204" y="0"/>
                </a:moveTo>
                <a:lnTo>
                  <a:pt x="1884565" y="0"/>
                </a:lnTo>
                <a:cubicBezTo>
                  <a:pt x="1891515" y="0"/>
                  <a:pt x="1898180" y="2761"/>
                  <a:pt x="1903094" y="7675"/>
                </a:cubicBezTo>
                <a:cubicBezTo>
                  <a:pt x="1908009" y="12589"/>
                  <a:pt x="1910769" y="19254"/>
                  <a:pt x="1910769" y="26204"/>
                </a:cubicBezTo>
                <a:lnTo>
                  <a:pt x="1910769" y="3870945"/>
                </a:lnTo>
                <a:cubicBezTo>
                  <a:pt x="1910769" y="3877894"/>
                  <a:pt x="1908009" y="3884560"/>
                  <a:pt x="1903094" y="3889474"/>
                </a:cubicBezTo>
                <a:cubicBezTo>
                  <a:pt x="1898180" y="3894388"/>
                  <a:pt x="1891515" y="3897149"/>
                  <a:pt x="1884565" y="3897149"/>
                </a:cubicBezTo>
                <a:lnTo>
                  <a:pt x="26204" y="3897149"/>
                </a:lnTo>
                <a:cubicBezTo>
                  <a:pt x="19254" y="3897149"/>
                  <a:pt x="12589" y="3894388"/>
                  <a:pt x="7675" y="3889474"/>
                </a:cubicBezTo>
                <a:cubicBezTo>
                  <a:pt x="2761" y="3884560"/>
                  <a:pt x="0" y="3877894"/>
                  <a:pt x="0" y="3870945"/>
                </a:cubicBezTo>
                <a:lnTo>
                  <a:pt x="0" y="26204"/>
                </a:lnTo>
                <a:cubicBezTo>
                  <a:pt x="0" y="19254"/>
                  <a:pt x="2761" y="12589"/>
                  <a:pt x="7675" y="7675"/>
                </a:cubicBezTo>
                <a:cubicBezTo>
                  <a:pt x="12589" y="2761"/>
                  <a:pt x="19254" y="0"/>
                  <a:pt x="26204" y="0"/>
                </a:cubicBezTo>
                <a:close/>
              </a:path>
            </a:pathLst>
          </a:custGeom>
          <a:noFill/>
        </p:spPr>
        <p:txBody>
          <a:bodyPr/>
          <a:lstStyle/>
          <a:p>
            <a:endParaRPr lang="en-US"/>
          </a:p>
        </p:txBody>
      </p:sp>
      <p:grpSp>
        <p:nvGrpSpPr>
          <p:cNvPr id="50" name="Group 5">
            <a:extLst>
              <a:ext uri="{FF2B5EF4-FFF2-40B4-BE49-F238E27FC236}">
                <a16:creationId xmlns:a16="http://schemas.microsoft.com/office/drawing/2014/main" id="{47D91221-B8FC-8DFC-1A41-73B7B93329A4}"/>
              </a:ext>
            </a:extLst>
          </p:cNvPr>
          <p:cNvGrpSpPr/>
          <p:nvPr/>
        </p:nvGrpSpPr>
        <p:grpSpPr>
          <a:xfrm>
            <a:off x="11205479" y="5288064"/>
            <a:ext cx="18731512" cy="22326977"/>
            <a:chOff x="0" y="-47625"/>
            <a:chExt cx="1910769" cy="3944774"/>
          </a:xfrm>
        </p:grpSpPr>
        <p:sp>
          <p:nvSpPr>
            <p:cNvPr id="53" name="Freeform 6">
              <a:extLst>
                <a:ext uri="{FF2B5EF4-FFF2-40B4-BE49-F238E27FC236}">
                  <a16:creationId xmlns:a16="http://schemas.microsoft.com/office/drawing/2014/main" id="{3763B1E0-C24E-8505-80C4-FF4BE171E235}"/>
                </a:ext>
              </a:extLst>
            </p:cNvPr>
            <p:cNvSpPr/>
            <p:nvPr/>
          </p:nvSpPr>
          <p:spPr>
            <a:xfrm>
              <a:off x="0" y="0"/>
              <a:ext cx="955785" cy="3897149"/>
            </a:xfrm>
            <a:custGeom>
              <a:avLst/>
              <a:gdLst/>
              <a:ahLst/>
              <a:cxnLst/>
              <a:rect l="l" t="t" r="r" b="b"/>
              <a:pathLst>
                <a:path w="1910769" h="3897149">
                  <a:moveTo>
                    <a:pt x="26204" y="0"/>
                  </a:moveTo>
                  <a:lnTo>
                    <a:pt x="1884565" y="0"/>
                  </a:lnTo>
                  <a:cubicBezTo>
                    <a:pt x="1891515" y="0"/>
                    <a:pt x="1898180" y="2761"/>
                    <a:pt x="1903094" y="7675"/>
                  </a:cubicBezTo>
                  <a:cubicBezTo>
                    <a:pt x="1908009" y="12589"/>
                    <a:pt x="1910769" y="19254"/>
                    <a:pt x="1910769" y="26204"/>
                  </a:cubicBezTo>
                  <a:lnTo>
                    <a:pt x="1910769" y="3870945"/>
                  </a:lnTo>
                  <a:cubicBezTo>
                    <a:pt x="1910769" y="3877894"/>
                    <a:pt x="1908009" y="3884560"/>
                    <a:pt x="1903094" y="3889474"/>
                  </a:cubicBezTo>
                  <a:cubicBezTo>
                    <a:pt x="1898180" y="3894388"/>
                    <a:pt x="1891515" y="3897149"/>
                    <a:pt x="1884565" y="3897149"/>
                  </a:cubicBezTo>
                  <a:lnTo>
                    <a:pt x="26204" y="3897149"/>
                  </a:lnTo>
                  <a:cubicBezTo>
                    <a:pt x="19254" y="3897149"/>
                    <a:pt x="12589" y="3894388"/>
                    <a:pt x="7675" y="3889474"/>
                  </a:cubicBezTo>
                  <a:cubicBezTo>
                    <a:pt x="2761" y="3884560"/>
                    <a:pt x="0" y="3877894"/>
                    <a:pt x="0" y="3870945"/>
                  </a:cubicBezTo>
                  <a:lnTo>
                    <a:pt x="0" y="26204"/>
                  </a:lnTo>
                  <a:cubicBezTo>
                    <a:pt x="0" y="19254"/>
                    <a:pt x="2761" y="12589"/>
                    <a:pt x="7675" y="7675"/>
                  </a:cubicBezTo>
                  <a:cubicBezTo>
                    <a:pt x="12589" y="2761"/>
                    <a:pt x="19254" y="0"/>
                    <a:pt x="26204" y="0"/>
                  </a:cubicBezTo>
                  <a:close/>
                </a:path>
              </a:pathLst>
            </a:custGeom>
            <a:noFill/>
          </p:spPr>
          <p:txBody>
            <a:bodyPr/>
            <a:lstStyle/>
            <a:p>
              <a:endParaRPr lang="en-US"/>
            </a:p>
          </p:txBody>
        </p:sp>
        <p:sp>
          <p:nvSpPr>
            <p:cNvPr id="56" name="TextBox 7">
              <a:extLst>
                <a:ext uri="{FF2B5EF4-FFF2-40B4-BE49-F238E27FC236}">
                  <a16:creationId xmlns:a16="http://schemas.microsoft.com/office/drawing/2014/main" id="{BB906342-2859-2F66-EF0A-27B113A92096}"/>
                </a:ext>
              </a:extLst>
            </p:cNvPr>
            <p:cNvSpPr txBox="1"/>
            <p:nvPr/>
          </p:nvSpPr>
          <p:spPr>
            <a:xfrm>
              <a:off x="0" y="-47625"/>
              <a:ext cx="1910769" cy="3944774"/>
            </a:xfrm>
            <a:prstGeom prst="rect">
              <a:avLst/>
            </a:prstGeom>
          </p:spPr>
          <p:txBody>
            <a:bodyPr lIns="25305" tIns="25305" rIns="25305" bIns="25305" rtlCol="0" anchor="ctr"/>
            <a:lstStyle/>
            <a:p>
              <a:pPr algn="ctr">
                <a:lnSpc>
                  <a:spcPts val="3975"/>
                </a:lnSpc>
              </a:pPr>
              <a:endParaRPr/>
            </a:p>
          </p:txBody>
        </p:sp>
      </p:grpSp>
      <p:grpSp>
        <p:nvGrpSpPr>
          <p:cNvPr id="4" name="Group 8">
            <a:extLst>
              <a:ext uri="{FF2B5EF4-FFF2-40B4-BE49-F238E27FC236}">
                <a16:creationId xmlns:a16="http://schemas.microsoft.com/office/drawing/2014/main" id="{9428BD4E-8759-D484-75C7-DB293592FA88}"/>
              </a:ext>
            </a:extLst>
          </p:cNvPr>
          <p:cNvGrpSpPr>
            <a:grpSpLocks noGrp="1" noUngrp="1" noRot="1" noMove="1" noResize="1"/>
          </p:cNvGrpSpPr>
          <p:nvPr/>
        </p:nvGrpSpPr>
        <p:grpSpPr>
          <a:xfrm>
            <a:off x="-1" y="116569"/>
            <a:ext cx="30267275" cy="3684651"/>
            <a:chOff x="0" y="0"/>
            <a:chExt cx="7689780" cy="661951"/>
          </a:xfrm>
          <a:solidFill>
            <a:srgbClr val="0D1D52"/>
          </a:solidFill>
        </p:grpSpPr>
        <p:sp>
          <p:nvSpPr>
            <p:cNvPr id="5" name="Freeform 9">
              <a:extLst>
                <a:ext uri="{FF2B5EF4-FFF2-40B4-BE49-F238E27FC236}">
                  <a16:creationId xmlns:a16="http://schemas.microsoft.com/office/drawing/2014/main" id="{E18894A4-30B9-72FD-12EA-1754AEF27435}"/>
                </a:ext>
              </a:extLst>
            </p:cNvPr>
            <p:cNvSpPr>
              <a:spLocks noGrp="1" noRot="1" noMove="1" noResize="1" noEditPoints="1" noAdjustHandles="1" noChangeArrowheads="1" noChangeShapeType="1"/>
            </p:cNvSpPr>
            <p:nvPr/>
          </p:nvSpPr>
          <p:spPr>
            <a:xfrm>
              <a:off x="0" y="0"/>
              <a:ext cx="7689780" cy="661951"/>
            </a:xfrm>
            <a:custGeom>
              <a:avLst/>
              <a:gdLst/>
              <a:ahLst/>
              <a:cxnLst/>
              <a:rect l="l" t="t" r="r" b="b"/>
              <a:pathLst>
                <a:path w="7689780" h="661951">
                  <a:moveTo>
                    <a:pt x="0" y="0"/>
                  </a:moveTo>
                  <a:lnTo>
                    <a:pt x="7689780" y="0"/>
                  </a:lnTo>
                  <a:lnTo>
                    <a:pt x="7689780" y="661951"/>
                  </a:lnTo>
                  <a:lnTo>
                    <a:pt x="0" y="661951"/>
                  </a:lnTo>
                  <a:close/>
                </a:path>
              </a:pathLst>
            </a:custGeom>
            <a:grpFill/>
          </p:spPr>
          <p:txBody>
            <a:bodyPr/>
            <a:lstStyle/>
            <a:p>
              <a:endParaRPr lang="en-US"/>
            </a:p>
          </p:txBody>
        </p:sp>
        <p:sp>
          <p:nvSpPr>
            <p:cNvPr id="6" name="TextBox 10">
              <a:extLst>
                <a:ext uri="{FF2B5EF4-FFF2-40B4-BE49-F238E27FC236}">
                  <a16:creationId xmlns:a16="http://schemas.microsoft.com/office/drawing/2014/main" id="{E2EE8963-70B6-67CE-AF6A-2633748FC0E6}"/>
                </a:ext>
              </a:extLst>
            </p:cNvPr>
            <p:cNvSpPr txBox="1">
              <a:spLocks noGrp="1" noRot="1" noMove="1" noResize="1" noEditPoints="1" noAdjustHandles="1" noChangeArrowheads="1" noChangeShapeType="1"/>
            </p:cNvSpPr>
            <p:nvPr/>
          </p:nvSpPr>
          <p:spPr>
            <a:xfrm>
              <a:off x="0" y="-47625"/>
              <a:ext cx="7689780" cy="709576"/>
            </a:xfrm>
            <a:prstGeom prst="rect">
              <a:avLst/>
            </a:prstGeom>
            <a:grpFill/>
          </p:spPr>
          <p:txBody>
            <a:bodyPr lIns="25305" tIns="25305" rIns="25305" bIns="25305" rtlCol="0" anchor="ctr"/>
            <a:lstStyle/>
            <a:p>
              <a:pPr algn="ctr">
                <a:lnSpc>
                  <a:spcPts val="3975"/>
                </a:lnSpc>
              </a:pPr>
              <a:endParaRPr/>
            </a:p>
          </p:txBody>
        </p:sp>
      </p:grpSp>
      <p:grpSp>
        <p:nvGrpSpPr>
          <p:cNvPr id="7" name="Group 21">
            <a:extLst>
              <a:ext uri="{FF2B5EF4-FFF2-40B4-BE49-F238E27FC236}">
                <a16:creationId xmlns:a16="http://schemas.microsoft.com/office/drawing/2014/main" id="{F47DDF8A-FE7C-22AB-249E-515267B64088}"/>
              </a:ext>
            </a:extLst>
          </p:cNvPr>
          <p:cNvGrpSpPr>
            <a:grpSpLocks noGrp="1" noUngrp="1" noRot="1" noMove="1" noResize="1"/>
          </p:cNvGrpSpPr>
          <p:nvPr/>
        </p:nvGrpSpPr>
        <p:grpSpPr>
          <a:xfrm>
            <a:off x="21906280" y="3513833"/>
            <a:ext cx="8360995" cy="605447"/>
            <a:chOff x="0" y="0"/>
            <a:chExt cx="4794764" cy="147506"/>
          </a:xfrm>
          <a:solidFill>
            <a:srgbClr val="FEBD4C"/>
          </a:solidFill>
        </p:grpSpPr>
        <p:sp>
          <p:nvSpPr>
            <p:cNvPr id="8" name="Freeform 22">
              <a:extLst>
                <a:ext uri="{FF2B5EF4-FFF2-40B4-BE49-F238E27FC236}">
                  <a16:creationId xmlns:a16="http://schemas.microsoft.com/office/drawing/2014/main" id="{71FF1953-9D62-3148-1AC0-A1CE1B414045}"/>
                </a:ext>
              </a:extLst>
            </p:cNvPr>
            <p:cNvSpPr>
              <a:spLocks noGrp="1" noRot="1" noMove="1" noResize="1" noEditPoints="1" noAdjustHandles="1" noChangeArrowheads="1" noChangeShapeType="1"/>
            </p:cNvSpPr>
            <p:nvPr/>
          </p:nvSpPr>
          <p:spPr>
            <a:xfrm>
              <a:off x="0" y="0"/>
              <a:ext cx="4794764" cy="147506"/>
            </a:xfrm>
            <a:custGeom>
              <a:avLst/>
              <a:gdLst/>
              <a:ahLst/>
              <a:cxnLst/>
              <a:rect l="l" t="t" r="r" b="b"/>
              <a:pathLst>
                <a:path w="4794764" h="147506">
                  <a:moveTo>
                    <a:pt x="1450" y="0"/>
                  </a:moveTo>
                  <a:lnTo>
                    <a:pt x="4793314" y="0"/>
                  </a:lnTo>
                  <a:cubicBezTo>
                    <a:pt x="4793698" y="0"/>
                    <a:pt x="4794067" y="153"/>
                    <a:pt x="4794340" y="425"/>
                  </a:cubicBezTo>
                  <a:cubicBezTo>
                    <a:pt x="4794612" y="697"/>
                    <a:pt x="4794764" y="1066"/>
                    <a:pt x="4794764" y="1450"/>
                  </a:cubicBezTo>
                  <a:lnTo>
                    <a:pt x="4794764" y="146056"/>
                  </a:lnTo>
                  <a:cubicBezTo>
                    <a:pt x="4794764" y="146857"/>
                    <a:pt x="4794115" y="147506"/>
                    <a:pt x="4793314" y="147506"/>
                  </a:cubicBezTo>
                  <a:lnTo>
                    <a:pt x="1450" y="147506"/>
                  </a:lnTo>
                  <a:cubicBezTo>
                    <a:pt x="649" y="147506"/>
                    <a:pt x="0" y="146857"/>
                    <a:pt x="0" y="146056"/>
                  </a:cubicBezTo>
                  <a:lnTo>
                    <a:pt x="0" y="1450"/>
                  </a:lnTo>
                  <a:cubicBezTo>
                    <a:pt x="0" y="649"/>
                    <a:pt x="649" y="0"/>
                    <a:pt x="1450" y="0"/>
                  </a:cubicBezTo>
                  <a:close/>
                </a:path>
              </a:pathLst>
            </a:custGeom>
            <a:grpFill/>
          </p:spPr>
          <p:txBody>
            <a:bodyPr/>
            <a:lstStyle/>
            <a:p>
              <a:endParaRPr lang="en-US"/>
            </a:p>
          </p:txBody>
        </p:sp>
        <p:sp>
          <p:nvSpPr>
            <p:cNvPr id="9" name="TextBox 23">
              <a:extLst>
                <a:ext uri="{FF2B5EF4-FFF2-40B4-BE49-F238E27FC236}">
                  <a16:creationId xmlns:a16="http://schemas.microsoft.com/office/drawing/2014/main" id="{D2349127-8113-FBC8-CCDB-A5F4D33F7A59}"/>
                </a:ext>
              </a:extLst>
            </p:cNvPr>
            <p:cNvSpPr txBox="1">
              <a:spLocks noGrp="1" noRot="1" noMove="1" noResize="1" noEditPoints="1" noAdjustHandles="1" noChangeArrowheads="1" noChangeShapeType="1"/>
            </p:cNvSpPr>
            <p:nvPr/>
          </p:nvSpPr>
          <p:spPr>
            <a:xfrm>
              <a:off x="0" y="-47625"/>
              <a:ext cx="4794764" cy="195131"/>
            </a:xfrm>
            <a:prstGeom prst="rect">
              <a:avLst/>
            </a:prstGeom>
            <a:grpFill/>
          </p:spPr>
          <p:txBody>
            <a:bodyPr lIns="25305" tIns="25305" rIns="25305" bIns="25305" rtlCol="0" anchor="ctr"/>
            <a:lstStyle/>
            <a:p>
              <a:pPr algn="ctr">
                <a:lnSpc>
                  <a:spcPts val="3975"/>
                </a:lnSpc>
              </a:pPr>
              <a:endParaRPr/>
            </a:p>
          </p:txBody>
        </p:sp>
      </p:grpSp>
      <p:sp>
        <p:nvSpPr>
          <p:cNvPr id="10" name="TextBox 47">
            <a:extLst>
              <a:ext uri="{FF2B5EF4-FFF2-40B4-BE49-F238E27FC236}">
                <a16:creationId xmlns:a16="http://schemas.microsoft.com/office/drawing/2014/main" id="{D32542E1-CFE3-5E9D-088E-76BDF151BE0E}"/>
              </a:ext>
            </a:extLst>
          </p:cNvPr>
          <p:cNvSpPr txBox="1"/>
          <p:nvPr/>
        </p:nvSpPr>
        <p:spPr>
          <a:xfrm>
            <a:off x="761597" y="577608"/>
            <a:ext cx="27699104" cy="1231106"/>
          </a:xfrm>
          <a:prstGeom prst="rect">
            <a:avLst/>
          </a:prstGeom>
        </p:spPr>
        <p:txBody>
          <a:bodyPr wrap="square" lIns="0" tIns="0" rIns="0" bIns="0" rtlCol="0" anchor="t">
            <a:spAutoFit/>
          </a:bodyPr>
          <a:lstStyle/>
          <a:p>
            <a:pPr>
              <a:lnSpc>
                <a:spcPts val="9600"/>
              </a:lnSpc>
            </a:pPr>
            <a:r>
              <a:rPr lang="en-US" sz="8000" spc="240" dirty="0">
                <a:solidFill>
                  <a:srgbClr val="FFFFFF"/>
                </a:solidFill>
                <a:latin typeface="Neue Einstellung Medium"/>
                <a:ea typeface="Neue Einstellung Medium"/>
                <a:cs typeface="Neue Einstellung Medium"/>
                <a:sym typeface="Neue Einstellung Medium"/>
              </a:rPr>
              <a:t>Physics-Informed Machine Learning Vessel Depth Classification</a:t>
            </a:r>
          </a:p>
        </p:txBody>
      </p:sp>
      <p:sp>
        <p:nvSpPr>
          <p:cNvPr id="11" name="TextBox 59">
            <a:extLst>
              <a:ext uri="{FF2B5EF4-FFF2-40B4-BE49-F238E27FC236}">
                <a16:creationId xmlns:a16="http://schemas.microsoft.com/office/drawing/2014/main" id="{7F6AA164-033A-585B-BE6A-CCC6CD0FAE06}"/>
              </a:ext>
            </a:extLst>
          </p:cNvPr>
          <p:cNvSpPr txBox="1"/>
          <p:nvPr/>
        </p:nvSpPr>
        <p:spPr>
          <a:xfrm>
            <a:off x="520905" y="4119281"/>
            <a:ext cx="17776399" cy="615553"/>
          </a:xfrm>
          <a:prstGeom prst="rect">
            <a:avLst/>
          </a:prstGeom>
        </p:spPr>
        <p:txBody>
          <a:bodyPr lIns="0" tIns="0" rIns="0" bIns="0" rtlCol="0" anchor="t">
            <a:spAutoFit/>
          </a:bodyPr>
          <a:lstStyle/>
          <a:p>
            <a:pPr>
              <a:lnSpc>
                <a:spcPts val="4759"/>
              </a:lnSpc>
            </a:pPr>
            <a:r>
              <a:rPr lang="en-US" sz="4400" i="1" dirty="0">
                <a:solidFill>
                  <a:srgbClr val="525252"/>
                </a:solidFill>
                <a:latin typeface="Poppins Italics"/>
                <a:ea typeface="Poppins Italics"/>
                <a:cs typeface="Poppins Italics"/>
                <a:sym typeface="Poppins Italics"/>
              </a:rPr>
              <a:t>Roy Michael - Department of Marine Technologies, Haifa University</a:t>
            </a:r>
          </a:p>
        </p:txBody>
      </p:sp>
      <p:grpSp>
        <p:nvGrpSpPr>
          <p:cNvPr id="12" name="Group 11">
            <a:extLst>
              <a:ext uri="{FF2B5EF4-FFF2-40B4-BE49-F238E27FC236}">
                <a16:creationId xmlns:a16="http://schemas.microsoft.com/office/drawing/2014/main" id="{E5A1E8A1-FB25-D24D-694D-6E0D259B6CD3}"/>
              </a:ext>
            </a:extLst>
          </p:cNvPr>
          <p:cNvGrpSpPr>
            <a:grpSpLocks noGrp="1" noUngrp="1" noRot="1" noMove="1" noResize="1"/>
          </p:cNvGrpSpPr>
          <p:nvPr/>
        </p:nvGrpSpPr>
        <p:grpSpPr>
          <a:xfrm>
            <a:off x="0" y="39820630"/>
            <a:ext cx="30267275" cy="2973608"/>
            <a:chOff x="0" y="-47625"/>
            <a:chExt cx="7689780" cy="534212"/>
          </a:xfrm>
          <a:solidFill>
            <a:srgbClr val="0D1D52"/>
          </a:solidFill>
        </p:grpSpPr>
        <p:sp>
          <p:nvSpPr>
            <p:cNvPr id="13" name="Freeform 12">
              <a:extLst>
                <a:ext uri="{FF2B5EF4-FFF2-40B4-BE49-F238E27FC236}">
                  <a16:creationId xmlns:a16="http://schemas.microsoft.com/office/drawing/2014/main" id="{C894B108-C194-F523-FCA4-16FC33336607}"/>
                </a:ext>
              </a:extLst>
            </p:cNvPr>
            <p:cNvSpPr>
              <a:spLocks noGrp="1" noRot="1" noMove="1" noResize="1" noEditPoints="1" noAdjustHandles="1" noChangeArrowheads="1" noChangeShapeType="1"/>
            </p:cNvSpPr>
            <p:nvPr/>
          </p:nvSpPr>
          <p:spPr>
            <a:xfrm>
              <a:off x="0" y="0"/>
              <a:ext cx="7689780" cy="486587"/>
            </a:xfrm>
            <a:custGeom>
              <a:avLst/>
              <a:gdLst/>
              <a:ahLst/>
              <a:cxnLst/>
              <a:rect l="l" t="t" r="r" b="b"/>
              <a:pathLst>
                <a:path w="7689780" h="486587">
                  <a:moveTo>
                    <a:pt x="0" y="0"/>
                  </a:moveTo>
                  <a:lnTo>
                    <a:pt x="7689780" y="0"/>
                  </a:lnTo>
                  <a:lnTo>
                    <a:pt x="7689780" y="486587"/>
                  </a:lnTo>
                  <a:lnTo>
                    <a:pt x="0" y="486587"/>
                  </a:lnTo>
                  <a:close/>
                </a:path>
              </a:pathLst>
            </a:custGeom>
            <a:grpFill/>
          </p:spPr>
          <p:txBody>
            <a:bodyPr/>
            <a:lstStyle/>
            <a:p>
              <a:endParaRPr lang="en-US"/>
            </a:p>
          </p:txBody>
        </p:sp>
        <p:sp>
          <p:nvSpPr>
            <p:cNvPr id="14" name="TextBox 13">
              <a:extLst>
                <a:ext uri="{FF2B5EF4-FFF2-40B4-BE49-F238E27FC236}">
                  <a16:creationId xmlns:a16="http://schemas.microsoft.com/office/drawing/2014/main" id="{55C1640F-7481-C6FB-B131-7A06374DF7EE}"/>
                </a:ext>
              </a:extLst>
            </p:cNvPr>
            <p:cNvSpPr txBox="1">
              <a:spLocks noGrp="1" noRot="1" noMove="1" noResize="1" noEditPoints="1" noAdjustHandles="1" noChangeArrowheads="1" noChangeShapeType="1"/>
            </p:cNvSpPr>
            <p:nvPr/>
          </p:nvSpPr>
          <p:spPr>
            <a:xfrm>
              <a:off x="0" y="-47625"/>
              <a:ext cx="7689780" cy="534212"/>
            </a:xfrm>
            <a:prstGeom prst="rect">
              <a:avLst/>
            </a:prstGeom>
            <a:grpFill/>
          </p:spPr>
          <p:txBody>
            <a:bodyPr lIns="25305" tIns="25305" rIns="25305" bIns="25305" rtlCol="0" anchor="ctr"/>
            <a:lstStyle/>
            <a:p>
              <a:pPr algn="ctr">
                <a:lnSpc>
                  <a:spcPts val="3975"/>
                </a:lnSpc>
              </a:pPr>
              <a:endParaRPr/>
            </a:p>
          </p:txBody>
        </p:sp>
      </p:grpSp>
      <p:pic>
        <p:nvPicPr>
          <p:cNvPr id="15" name="Picture 14">
            <a:extLst>
              <a:ext uri="{FF2B5EF4-FFF2-40B4-BE49-F238E27FC236}">
                <a16:creationId xmlns:a16="http://schemas.microsoft.com/office/drawing/2014/main" id="{F4C674CC-FC9D-50EC-7567-823C50A25E0B}"/>
              </a:ext>
            </a:extLst>
          </p:cNvPr>
          <p:cNvPicPr>
            <a:picLocks noGrp="1" noRot="1" noChangeAspect="1" noMove="1" noResize="1" noEditPoints="1" noAdjustHandles="1" noChangeArrowheads="1" noChangeShapeType="1" noCrop="1"/>
          </p:cNvPicPr>
          <p:nvPr/>
        </p:nvPicPr>
        <p:blipFill>
          <a:blip r:embed="rId2"/>
          <a:stretch>
            <a:fillRect/>
          </a:stretch>
        </p:blipFill>
        <p:spPr>
          <a:xfrm>
            <a:off x="19086107" y="40138690"/>
            <a:ext cx="7206095" cy="2243941"/>
          </a:xfrm>
          <a:prstGeom prst="rect">
            <a:avLst/>
          </a:prstGeom>
        </p:spPr>
      </p:pic>
      <p:pic>
        <p:nvPicPr>
          <p:cNvPr id="16" name="Picture 15">
            <a:extLst>
              <a:ext uri="{FF2B5EF4-FFF2-40B4-BE49-F238E27FC236}">
                <a16:creationId xmlns:a16="http://schemas.microsoft.com/office/drawing/2014/main" id="{8DBDC614-62A2-7C16-4C8E-78725BD510B0}"/>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594190" y="40008875"/>
            <a:ext cx="5929628" cy="3332450"/>
          </a:xfrm>
          <a:prstGeom prst="rect">
            <a:avLst/>
          </a:prstGeom>
        </p:spPr>
      </p:pic>
      <p:pic>
        <p:nvPicPr>
          <p:cNvPr id="17" name="Picture 16">
            <a:extLst>
              <a:ext uri="{FF2B5EF4-FFF2-40B4-BE49-F238E27FC236}">
                <a16:creationId xmlns:a16="http://schemas.microsoft.com/office/drawing/2014/main" id="{B109C094-B49B-AFB3-80A2-27821411AE2D}"/>
              </a:ext>
            </a:extLst>
          </p:cNvPr>
          <p:cNvPicPr>
            <a:picLocks noGrp="1" noRot="1" noChangeAspect="1" noMove="1" noResize="1" noEditPoints="1" noAdjustHandles="1" noChangeArrowheads="1" noChangeShapeType="1" noCrop="1"/>
          </p:cNvPicPr>
          <p:nvPr/>
        </p:nvPicPr>
        <p:blipFill>
          <a:blip r:embed="rId4" cstate="print">
            <a:extLst>
              <a:ext uri="{28A0092B-C50C-407E-A947-70E740481C1C}">
                <a14:useLocalDpi xmlns:a14="http://schemas.microsoft.com/office/drawing/2010/main" val="0"/>
              </a:ext>
            </a:extLst>
          </a:blip>
          <a:srcRect t="17329" b="18343"/>
          <a:stretch>
            <a:fillRect/>
          </a:stretch>
        </p:blipFill>
        <p:spPr>
          <a:xfrm>
            <a:off x="26532187" y="40215303"/>
            <a:ext cx="3455223" cy="2222635"/>
          </a:xfrm>
          <a:prstGeom prst="rect">
            <a:avLst/>
          </a:prstGeom>
        </p:spPr>
      </p:pic>
      <p:grpSp>
        <p:nvGrpSpPr>
          <p:cNvPr id="19" name="Group 5">
            <a:extLst>
              <a:ext uri="{FF2B5EF4-FFF2-40B4-BE49-F238E27FC236}">
                <a16:creationId xmlns:a16="http://schemas.microsoft.com/office/drawing/2014/main" id="{D03F68F9-7643-1483-EAD3-7F36AEEEDBCA}"/>
              </a:ext>
            </a:extLst>
          </p:cNvPr>
          <p:cNvGrpSpPr/>
          <p:nvPr/>
        </p:nvGrpSpPr>
        <p:grpSpPr>
          <a:xfrm>
            <a:off x="330284" y="5557616"/>
            <a:ext cx="10611289" cy="21692891"/>
            <a:chOff x="0" y="0"/>
            <a:chExt cx="1910769" cy="3897149"/>
          </a:xfrm>
        </p:grpSpPr>
        <p:sp>
          <p:nvSpPr>
            <p:cNvPr id="20" name="Freeform 6">
              <a:extLst>
                <a:ext uri="{FF2B5EF4-FFF2-40B4-BE49-F238E27FC236}">
                  <a16:creationId xmlns:a16="http://schemas.microsoft.com/office/drawing/2014/main" id="{FCBB05C1-7651-EC28-8CF3-BBBC1ADA11C2}"/>
                </a:ext>
              </a:extLst>
            </p:cNvPr>
            <p:cNvSpPr/>
            <p:nvPr/>
          </p:nvSpPr>
          <p:spPr>
            <a:xfrm>
              <a:off x="0" y="0"/>
              <a:ext cx="1910769" cy="3897149"/>
            </a:xfrm>
            <a:custGeom>
              <a:avLst/>
              <a:gdLst/>
              <a:ahLst/>
              <a:cxnLst/>
              <a:rect l="l" t="t" r="r" b="b"/>
              <a:pathLst>
                <a:path w="1910769" h="3897149">
                  <a:moveTo>
                    <a:pt x="26204" y="0"/>
                  </a:moveTo>
                  <a:lnTo>
                    <a:pt x="1884565" y="0"/>
                  </a:lnTo>
                  <a:cubicBezTo>
                    <a:pt x="1891515" y="0"/>
                    <a:pt x="1898180" y="2761"/>
                    <a:pt x="1903094" y="7675"/>
                  </a:cubicBezTo>
                  <a:cubicBezTo>
                    <a:pt x="1908009" y="12589"/>
                    <a:pt x="1910769" y="19254"/>
                    <a:pt x="1910769" y="26204"/>
                  </a:cubicBezTo>
                  <a:lnTo>
                    <a:pt x="1910769" y="3870945"/>
                  </a:lnTo>
                  <a:cubicBezTo>
                    <a:pt x="1910769" y="3877894"/>
                    <a:pt x="1908009" y="3884560"/>
                    <a:pt x="1903094" y="3889474"/>
                  </a:cubicBezTo>
                  <a:cubicBezTo>
                    <a:pt x="1898180" y="3894388"/>
                    <a:pt x="1891515" y="3897149"/>
                    <a:pt x="1884565" y="3897149"/>
                  </a:cubicBezTo>
                  <a:lnTo>
                    <a:pt x="26204" y="3897149"/>
                  </a:lnTo>
                  <a:cubicBezTo>
                    <a:pt x="19254" y="3897149"/>
                    <a:pt x="12589" y="3894388"/>
                    <a:pt x="7675" y="3889474"/>
                  </a:cubicBezTo>
                  <a:cubicBezTo>
                    <a:pt x="2761" y="3884560"/>
                    <a:pt x="0" y="3877894"/>
                    <a:pt x="0" y="3870945"/>
                  </a:cubicBezTo>
                  <a:lnTo>
                    <a:pt x="0" y="26204"/>
                  </a:lnTo>
                  <a:cubicBezTo>
                    <a:pt x="0" y="19254"/>
                    <a:pt x="2761" y="12589"/>
                    <a:pt x="7675" y="7675"/>
                  </a:cubicBezTo>
                  <a:cubicBezTo>
                    <a:pt x="12589" y="2761"/>
                    <a:pt x="19254" y="0"/>
                    <a:pt x="26204" y="0"/>
                  </a:cubicBezTo>
                  <a:close/>
                </a:path>
              </a:pathLst>
            </a:custGeom>
            <a:solidFill>
              <a:srgbClr val="EAF0F7"/>
            </a:solidFill>
          </p:spPr>
          <p:txBody>
            <a:bodyPr/>
            <a:lstStyle/>
            <a:p>
              <a:endParaRPr lang="en-US"/>
            </a:p>
          </p:txBody>
        </p:sp>
        <p:sp>
          <p:nvSpPr>
            <p:cNvPr id="21" name="TextBox 7">
              <a:extLst>
                <a:ext uri="{FF2B5EF4-FFF2-40B4-BE49-F238E27FC236}">
                  <a16:creationId xmlns:a16="http://schemas.microsoft.com/office/drawing/2014/main" id="{69A7AC6B-7D17-1BD9-9726-0ACB3AFAE178}"/>
                </a:ext>
              </a:extLst>
            </p:cNvPr>
            <p:cNvSpPr txBox="1"/>
            <p:nvPr/>
          </p:nvSpPr>
          <p:spPr>
            <a:xfrm>
              <a:off x="0" y="-47625"/>
              <a:ext cx="1910769" cy="3944774"/>
            </a:xfrm>
            <a:prstGeom prst="rect">
              <a:avLst/>
            </a:prstGeom>
          </p:spPr>
          <p:txBody>
            <a:bodyPr lIns="25305" tIns="25305" rIns="25305" bIns="25305" rtlCol="0" anchor="ctr"/>
            <a:lstStyle/>
            <a:p>
              <a:pPr algn="ctr">
                <a:lnSpc>
                  <a:spcPts val="3975"/>
                </a:lnSpc>
              </a:pPr>
              <a:endParaRPr/>
            </a:p>
          </p:txBody>
        </p:sp>
      </p:grpSp>
      <p:grpSp>
        <p:nvGrpSpPr>
          <p:cNvPr id="23" name="Group 24">
            <a:extLst>
              <a:ext uri="{FF2B5EF4-FFF2-40B4-BE49-F238E27FC236}">
                <a16:creationId xmlns:a16="http://schemas.microsoft.com/office/drawing/2014/main" id="{B653E9D8-9DF4-53C0-780D-CCE39FF3F8E3}"/>
              </a:ext>
            </a:extLst>
          </p:cNvPr>
          <p:cNvGrpSpPr/>
          <p:nvPr/>
        </p:nvGrpSpPr>
        <p:grpSpPr>
          <a:xfrm>
            <a:off x="761595" y="6173343"/>
            <a:ext cx="412074" cy="412074"/>
            <a:chOff x="0" y="0"/>
            <a:chExt cx="812800" cy="812800"/>
          </a:xfrm>
        </p:grpSpPr>
        <p:sp>
          <p:nvSpPr>
            <p:cNvPr id="24" name="Freeform 25">
              <a:extLst>
                <a:ext uri="{FF2B5EF4-FFF2-40B4-BE49-F238E27FC236}">
                  <a16:creationId xmlns:a16="http://schemas.microsoft.com/office/drawing/2014/main" id="{052F2C4B-4C8C-D535-BF8A-9F31558DE28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3B86B"/>
            </a:solidFill>
          </p:spPr>
          <p:txBody>
            <a:bodyPr/>
            <a:lstStyle/>
            <a:p>
              <a:endParaRPr lang="en-US"/>
            </a:p>
          </p:txBody>
        </p:sp>
        <p:sp>
          <p:nvSpPr>
            <p:cNvPr id="25" name="TextBox 26">
              <a:extLst>
                <a:ext uri="{FF2B5EF4-FFF2-40B4-BE49-F238E27FC236}">
                  <a16:creationId xmlns:a16="http://schemas.microsoft.com/office/drawing/2014/main" id="{F20BDD5A-C08C-AED3-787C-CE8EF08485A4}"/>
                </a:ext>
              </a:extLst>
            </p:cNvPr>
            <p:cNvSpPr txBox="1"/>
            <p:nvPr/>
          </p:nvSpPr>
          <p:spPr>
            <a:xfrm>
              <a:off x="76200" y="-85725"/>
              <a:ext cx="660400" cy="822325"/>
            </a:xfrm>
            <a:prstGeom prst="rect">
              <a:avLst/>
            </a:prstGeom>
          </p:spPr>
          <p:txBody>
            <a:bodyPr lIns="50800" tIns="50800" rIns="50800" bIns="50800" rtlCol="0" anchor="ctr"/>
            <a:lstStyle/>
            <a:p>
              <a:pPr algn="ctr">
                <a:lnSpc>
                  <a:spcPts val="7559"/>
                </a:lnSpc>
              </a:pPr>
              <a:endParaRPr dirty="0"/>
            </a:p>
          </p:txBody>
        </p:sp>
      </p:grpSp>
      <p:grpSp>
        <p:nvGrpSpPr>
          <p:cNvPr id="26" name="Group 27">
            <a:extLst>
              <a:ext uri="{FF2B5EF4-FFF2-40B4-BE49-F238E27FC236}">
                <a16:creationId xmlns:a16="http://schemas.microsoft.com/office/drawing/2014/main" id="{061BD95B-ECC9-AF8B-ED7F-CA41B946E251}"/>
              </a:ext>
            </a:extLst>
          </p:cNvPr>
          <p:cNvGrpSpPr/>
          <p:nvPr/>
        </p:nvGrpSpPr>
        <p:grpSpPr>
          <a:xfrm>
            <a:off x="555558" y="13853757"/>
            <a:ext cx="412074" cy="412074"/>
            <a:chOff x="0" y="0"/>
            <a:chExt cx="812800" cy="812800"/>
          </a:xfrm>
        </p:grpSpPr>
        <p:sp>
          <p:nvSpPr>
            <p:cNvPr id="27" name="Freeform 28">
              <a:extLst>
                <a:ext uri="{FF2B5EF4-FFF2-40B4-BE49-F238E27FC236}">
                  <a16:creationId xmlns:a16="http://schemas.microsoft.com/office/drawing/2014/main" id="{C8CF8B68-EF91-96F0-B825-CDB2079A674A}"/>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3B86B"/>
            </a:solidFill>
          </p:spPr>
          <p:txBody>
            <a:bodyPr/>
            <a:lstStyle/>
            <a:p>
              <a:endParaRPr lang="en-US"/>
            </a:p>
          </p:txBody>
        </p:sp>
        <p:sp>
          <p:nvSpPr>
            <p:cNvPr id="28" name="TextBox 29">
              <a:extLst>
                <a:ext uri="{FF2B5EF4-FFF2-40B4-BE49-F238E27FC236}">
                  <a16:creationId xmlns:a16="http://schemas.microsoft.com/office/drawing/2014/main" id="{AEA0AF5F-B066-DEBA-81BF-AC2F3EDE1AE1}"/>
                </a:ext>
              </a:extLst>
            </p:cNvPr>
            <p:cNvSpPr txBox="1"/>
            <p:nvPr/>
          </p:nvSpPr>
          <p:spPr>
            <a:xfrm>
              <a:off x="76200" y="-85725"/>
              <a:ext cx="660400" cy="822325"/>
            </a:xfrm>
            <a:prstGeom prst="rect">
              <a:avLst/>
            </a:prstGeom>
          </p:spPr>
          <p:txBody>
            <a:bodyPr lIns="50800" tIns="50800" rIns="50800" bIns="50800" rtlCol="0" anchor="ctr"/>
            <a:lstStyle/>
            <a:p>
              <a:pPr algn="ctr">
                <a:lnSpc>
                  <a:spcPts val="7559"/>
                </a:lnSpc>
              </a:pPr>
              <a:endParaRPr/>
            </a:p>
          </p:txBody>
        </p:sp>
      </p:grpSp>
      <p:sp>
        <p:nvSpPr>
          <p:cNvPr id="29" name="TextBox 48">
            <a:extLst>
              <a:ext uri="{FF2B5EF4-FFF2-40B4-BE49-F238E27FC236}">
                <a16:creationId xmlns:a16="http://schemas.microsoft.com/office/drawing/2014/main" id="{B875FFF8-52FE-5CCB-1BAD-1ED51CC73271}"/>
              </a:ext>
            </a:extLst>
          </p:cNvPr>
          <p:cNvSpPr txBox="1"/>
          <p:nvPr/>
        </p:nvSpPr>
        <p:spPr>
          <a:xfrm>
            <a:off x="1404852" y="5809786"/>
            <a:ext cx="5118967" cy="938719"/>
          </a:xfrm>
          <a:prstGeom prst="rect">
            <a:avLst/>
          </a:prstGeom>
        </p:spPr>
        <p:txBody>
          <a:bodyPr lIns="0" tIns="0" rIns="0" bIns="0" rtlCol="0" anchor="t">
            <a:spAutoFit/>
          </a:bodyPr>
          <a:lstStyle/>
          <a:p>
            <a:pPr>
              <a:lnSpc>
                <a:spcPts val="7559"/>
              </a:lnSpc>
            </a:pPr>
            <a:r>
              <a:rPr lang="en-US" sz="5400" b="1" dirty="0">
                <a:solidFill>
                  <a:srgbClr val="0D1D52"/>
                </a:solidFill>
                <a:latin typeface="Poppins Semi-Bold"/>
                <a:ea typeface="Poppins Semi-Bold"/>
                <a:cs typeface="Poppins Semi-Bold"/>
                <a:sym typeface="Poppins Semi-Bold"/>
              </a:rPr>
              <a:t>Background</a:t>
            </a:r>
          </a:p>
        </p:txBody>
      </p:sp>
      <p:sp>
        <p:nvSpPr>
          <p:cNvPr id="31" name="TextBox 55">
            <a:extLst>
              <a:ext uri="{FF2B5EF4-FFF2-40B4-BE49-F238E27FC236}">
                <a16:creationId xmlns:a16="http://schemas.microsoft.com/office/drawing/2014/main" id="{D2950F06-2ABD-9371-1208-BF8C9B360542}"/>
              </a:ext>
            </a:extLst>
          </p:cNvPr>
          <p:cNvSpPr txBox="1"/>
          <p:nvPr/>
        </p:nvSpPr>
        <p:spPr>
          <a:xfrm>
            <a:off x="1173669" y="13490200"/>
            <a:ext cx="4677842" cy="938719"/>
          </a:xfrm>
          <a:prstGeom prst="rect">
            <a:avLst/>
          </a:prstGeom>
        </p:spPr>
        <p:txBody>
          <a:bodyPr lIns="0" tIns="0" rIns="0" bIns="0" rtlCol="0" anchor="t">
            <a:spAutoFit/>
          </a:bodyPr>
          <a:lstStyle/>
          <a:p>
            <a:pPr>
              <a:lnSpc>
                <a:spcPts val="7559"/>
              </a:lnSpc>
            </a:pPr>
            <a:r>
              <a:rPr lang="en-US" sz="5400" b="1" dirty="0">
                <a:solidFill>
                  <a:srgbClr val="0D1D52"/>
                </a:solidFill>
                <a:latin typeface="Poppins Semi-Bold"/>
                <a:ea typeface="Poppins Semi-Bold"/>
                <a:cs typeface="Poppins Semi-Bold"/>
                <a:sym typeface="Poppins Semi-Bold"/>
              </a:rPr>
              <a:t>Methodology</a:t>
            </a:r>
          </a:p>
        </p:txBody>
      </p:sp>
      <p:sp>
        <p:nvSpPr>
          <p:cNvPr id="32" name="TextBox 61">
            <a:extLst>
              <a:ext uri="{FF2B5EF4-FFF2-40B4-BE49-F238E27FC236}">
                <a16:creationId xmlns:a16="http://schemas.microsoft.com/office/drawing/2014/main" id="{8C5F4688-3F66-2694-DDC8-EA3D1E568967}"/>
              </a:ext>
            </a:extLst>
          </p:cNvPr>
          <p:cNvSpPr txBox="1"/>
          <p:nvPr/>
        </p:nvSpPr>
        <p:spPr>
          <a:xfrm>
            <a:off x="761596" y="14356865"/>
            <a:ext cx="9336283" cy="6881243"/>
          </a:xfrm>
          <a:prstGeom prst="rect">
            <a:avLst/>
          </a:prstGeom>
        </p:spPr>
        <p:txBody>
          <a:bodyPr wrap="square" lIns="0" tIns="0" rIns="0" bIns="0" rtlCol="0" anchor="t">
            <a:spAutoFit/>
          </a:bodyPr>
          <a:lstStyle/>
          <a:p>
            <a:pPr>
              <a:lnSpc>
                <a:spcPts val="4480"/>
              </a:lnSpc>
            </a:pPr>
            <a:r>
              <a:rPr sz="2800" dirty="0">
                <a:solidFill>
                  <a:srgbClr val="737373"/>
                </a:solidFill>
                <a:latin typeface="Poppins"/>
                <a:cs typeface="Poppins"/>
              </a:rPr>
              <a:t>Surface-vessel heave, z(t)=Aw sin(2π</a:t>
            </a:r>
            <a:r>
              <a:rPr sz="2800" dirty="0" err="1">
                <a:solidFill>
                  <a:srgbClr val="737373"/>
                </a:solidFill>
                <a:latin typeface="Poppins"/>
                <a:cs typeface="Poppins"/>
              </a:rPr>
              <a:t>fwt</a:t>
            </a:r>
            <a:r>
              <a:rPr sz="2800" dirty="0">
                <a:solidFill>
                  <a:srgbClr val="737373"/>
                </a:solidFill>
                <a:latin typeface="Poppins"/>
                <a:cs typeface="Poppins"/>
              </a:rPr>
              <a:t>), phase-modulates engine </a:t>
            </a:r>
            <a:r>
              <a:rPr sz="2800" dirty="0" err="1">
                <a:solidFill>
                  <a:srgbClr val="737373"/>
                </a:solidFill>
                <a:latin typeface="Poppins"/>
                <a:cs typeface="Poppins"/>
              </a:rPr>
              <a:t>tonals</a:t>
            </a:r>
            <a:r>
              <a:rPr sz="2800" dirty="0">
                <a:solidFill>
                  <a:srgbClr val="737373"/>
                </a:solidFill>
                <a:latin typeface="Poppins"/>
                <a:cs typeface="Poppins"/>
              </a:rPr>
              <a:t>, producing Bessel-weighted sidebands and bandwidth expansion. At long range, near-zero grazing geometry causes direct and surface-reflected paths to overlap, adding time-varying fading and Doppler spread. For submerged sources, Aw≈0 collapses the heave-induced sidebands; geometric path separation leaves a sharper direct tonal plus a delayed surface echo. The four-stage pipeline measures these signatures using bandwidth and stability features before the machine-learning decision.</a:t>
            </a:r>
          </a:p>
        </p:txBody>
      </p:sp>
      <p:sp>
        <p:nvSpPr>
          <p:cNvPr id="30" name="TextBox 49">
            <a:extLst>
              <a:ext uri="{FF2B5EF4-FFF2-40B4-BE49-F238E27FC236}">
                <a16:creationId xmlns:a16="http://schemas.microsoft.com/office/drawing/2014/main" id="{D6D7E775-4564-4BB9-4ABB-ED76A6526E99}"/>
              </a:ext>
            </a:extLst>
          </p:cNvPr>
          <p:cNvSpPr txBox="1"/>
          <p:nvPr/>
        </p:nvSpPr>
        <p:spPr>
          <a:xfrm>
            <a:off x="761596" y="7075429"/>
            <a:ext cx="9336283" cy="5727081"/>
          </a:xfrm>
          <a:prstGeom prst="rect">
            <a:avLst/>
          </a:prstGeom>
        </p:spPr>
        <p:txBody>
          <a:bodyPr lIns="0" tIns="0" rIns="0" bIns="0" rtlCol="0" anchor="t">
            <a:spAutoFit/>
          </a:bodyPr>
          <a:lstStyle/>
          <a:p>
            <a:pPr>
              <a:lnSpc>
                <a:spcPts val="4480"/>
              </a:lnSpc>
            </a:pPr>
            <a:r>
              <a:rPr sz="2800" dirty="0">
                <a:solidFill>
                  <a:srgbClr val="737373"/>
                </a:solidFill>
                <a:latin typeface="Poppins"/>
                <a:cs typeface="Poppins"/>
              </a:rPr>
              <a:t>Passive acoustic monitoring (PAM) can support maritime surveillance and autonomous perception, but depth classification is difficult in shallow water because source motion and a dynamic sea surface spread tonal energy in both time and frequency. Surface craft are mechanically coupled to swell, whereas submerged sources are comparatively decoupled. This work converts those physical differences into interpretable acoustic features for classifying a source as surface or submerged.</a:t>
            </a:r>
          </a:p>
        </p:txBody>
      </p:sp>
      <p:grpSp>
        <p:nvGrpSpPr>
          <p:cNvPr id="39" name="Group 2">
            <a:extLst>
              <a:ext uri="{FF2B5EF4-FFF2-40B4-BE49-F238E27FC236}">
                <a16:creationId xmlns:a16="http://schemas.microsoft.com/office/drawing/2014/main" id="{F112B443-E0FE-6E45-9DEF-35E0A7368589}"/>
              </a:ext>
            </a:extLst>
          </p:cNvPr>
          <p:cNvGrpSpPr>
            <a:grpSpLocks/>
          </p:cNvGrpSpPr>
          <p:nvPr/>
        </p:nvGrpSpPr>
        <p:grpSpPr>
          <a:xfrm>
            <a:off x="520905" y="27946749"/>
            <a:ext cx="29746369" cy="11367099"/>
            <a:chOff x="0" y="0"/>
            <a:chExt cx="5521276" cy="2042110"/>
          </a:xfrm>
        </p:grpSpPr>
        <p:sp>
          <p:nvSpPr>
            <p:cNvPr id="40" name="Freeform 3">
              <a:extLst>
                <a:ext uri="{FF2B5EF4-FFF2-40B4-BE49-F238E27FC236}">
                  <a16:creationId xmlns:a16="http://schemas.microsoft.com/office/drawing/2014/main" id="{D9C28C58-4DE3-3A62-B62A-BD8251316A6C}"/>
                </a:ext>
              </a:extLst>
            </p:cNvPr>
            <p:cNvSpPr>
              <a:spLocks/>
            </p:cNvSpPr>
            <p:nvPr/>
          </p:nvSpPr>
          <p:spPr>
            <a:xfrm>
              <a:off x="0" y="0"/>
              <a:ext cx="5521276" cy="2042110"/>
            </a:xfrm>
            <a:custGeom>
              <a:avLst/>
              <a:gdLst/>
              <a:ahLst/>
              <a:cxnLst/>
              <a:rect l="l" t="t" r="r" b="b"/>
              <a:pathLst>
                <a:path w="5521276" h="2042110">
                  <a:moveTo>
                    <a:pt x="9069" y="0"/>
                  </a:moveTo>
                  <a:lnTo>
                    <a:pt x="5512208" y="0"/>
                  </a:lnTo>
                  <a:cubicBezTo>
                    <a:pt x="5514613" y="0"/>
                    <a:pt x="5516919" y="955"/>
                    <a:pt x="5518620" y="2656"/>
                  </a:cubicBezTo>
                  <a:cubicBezTo>
                    <a:pt x="5520321" y="4357"/>
                    <a:pt x="5521276" y="6663"/>
                    <a:pt x="5521276" y="9069"/>
                  </a:cubicBezTo>
                  <a:lnTo>
                    <a:pt x="5521276" y="2033042"/>
                  </a:lnTo>
                  <a:cubicBezTo>
                    <a:pt x="5521276" y="2035447"/>
                    <a:pt x="5520321" y="2037753"/>
                    <a:pt x="5518620" y="2039454"/>
                  </a:cubicBezTo>
                  <a:cubicBezTo>
                    <a:pt x="5516919" y="2041155"/>
                    <a:pt x="5514613" y="2042110"/>
                    <a:pt x="5512208" y="2042110"/>
                  </a:cubicBezTo>
                  <a:lnTo>
                    <a:pt x="9069" y="2042110"/>
                  </a:lnTo>
                  <a:cubicBezTo>
                    <a:pt x="6663" y="2042110"/>
                    <a:pt x="4357" y="2041155"/>
                    <a:pt x="2656" y="2039454"/>
                  </a:cubicBezTo>
                  <a:cubicBezTo>
                    <a:pt x="955" y="2037753"/>
                    <a:pt x="0" y="2035447"/>
                    <a:pt x="0" y="2033042"/>
                  </a:cubicBezTo>
                  <a:lnTo>
                    <a:pt x="0" y="9069"/>
                  </a:lnTo>
                  <a:cubicBezTo>
                    <a:pt x="0" y="6663"/>
                    <a:pt x="955" y="4357"/>
                    <a:pt x="2656" y="2656"/>
                  </a:cubicBezTo>
                  <a:cubicBezTo>
                    <a:pt x="4357" y="955"/>
                    <a:pt x="6663" y="0"/>
                    <a:pt x="9069" y="0"/>
                  </a:cubicBezTo>
                  <a:close/>
                </a:path>
              </a:pathLst>
            </a:custGeom>
            <a:solidFill>
              <a:srgbClr val="EEF0F4"/>
            </a:solidFill>
          </p:spPr>
          <p:txBody>
            <a:bodyPr/>
            <a:lstStyle/>
            <a:p>
              <a:endParaRPr lang="en-US" dirty="0"/>
            </a:p>
          </p:txBody>
        </p:sp>
        <p:sp>
          <p:nvSpPr>
            <p:cNvPr id="41" name="TextBox 4">
              <a:extLst>
                <a:ext uri="{FF2B5EF4-FFF2-40B4-BE49-F238E27FC236}">
                  <a16:creationId xmlns:a16="http://schemas.microsoft.com/office/drawing/2014/main" id="{61DB7902-2A2C-3315-2F0C-63AA3B567589}"/>
                </a:ext>
              </a:extLst>
            </p:cNvPr>
            <p:cNvSpPr txBox="1">
              <a:spLocks/>
            </p:cNvSpPr>
            <p:nvPr/>
          </p:nvSpPr>
          <p:spPr>
            <a:xfrm>
              <a:off x="0" y="-47625"/>
              <a:ext cx="5521276" cy="2089735"/>
            </a:xfrm>
            <a:prstGeom prst="rect">
              <a:avLst/>
            </a:prstGeom>
          </p:spPr>
          <p:txBody>
            <a:bodyPr lIns="25305" tIns="25305" rIns="25305" bIns="25305" rtlCol="0" anchor="ctr"/>
            <a:lstStyle/>
            <a:p>
              <a:pPr algn="ctr">
                <a:lnSpc>
                  <a:spcPts val="3975"/>
                </a:lnSpc>
              </a:pPr>
              <a:endParaRPr/>
            </a:p>
          </p:txBody>
        </p:sp>
      </p:grpSp>
      <p:grpSp>
        <p:nvGrpSpPr>
          <p:cNvPr id="44" name="Group 39">
            <a:extLst>
              <a:ext uri="{FF2B5EF4-FFF2-40B4-BE49-F238E27FC236}">
                <a16:creationId xmlns:a16="http://schemas.microsoft.com/office/drawing/2014/main" id="{7C8694B2-873E-BCF5-27A2-F010AA0C6E57}"/>
              </a:ext>
            </a:extLst>
          </p:cNvPr>
          <p:cNvGrpSpPr/>
          <p:nvPr/>
        </p:nvGrpSpPr>
        <p:grpSpPr>
          <a:xfrm>
            <a:off x="12717267" y="29040968"/>
            <a:ext cx="412074" cy="412074"/>
            <a:chOff x="0" y="0"/>
            <a:chExt cx="812800" cy="812800"/>
          </a:xfrm>
        </p:grpSpPr>
        <p:sp>
          <p:nvSpPr>
            <p:cNvPr id="45" name="Freeform 40">
              <a:extLst>
                <a:ext uri="{FF2B5EF4-FFF2-40B4-BE49-F238E27FC236}">
                  <a16:creationId xmlns:a16="http://schemas.microsoft.com/office/drawing/2014/main" id="{D9EE583C-1E8F-6F33-B1F6-C33C49220F7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3B86B"/>
            </a:solidFill>
          </p:spPr>
          <p:txBody>
            <a:bodyPr/>
            <a:lstStyle/>
            <a:p>
              <a:endParaRPr lang="en-US"/>
            </a:p>
          </p:txBody>
        </p:sp>
        <p:sp>
          <p:nvSpPr>
            <p:cNvPr id="46" name="TextBox 41">
              <a:extLst>
                <a:ext uri="{FF2B5EF4-FFF2-40B4-BE49-F238E27FC236}">
                  <a16:creationId xmlns:a16="http://schemas.microsoft.com/office/drawing/2014/main" id="{EDEDBECF-55BF-4AAF-0DC6-037E243DBC2A}"/>
                </a:ext>
              </a:extLst>
            </p:cNvPr>
            <p:cNvSpPr txBox="1"/>
            <p:nvPr/>
          </p:nvSpPr>
          <p:spPr>
            <a:xfrm>
              <a:off x="76200" y="-85725"/>
              <a:ext cx="660400" cy="822325"/>
            </a:xfrm>
            <a:prstGeom prst="rect">
              <a:avLst/>
            </a:prstGeom>
          </p:spPr>
          <p:txBody>
            <a:bodyPr lIns="50800" tIns="50800" rIns="50800" bIns="50800" rtlCol="0" anchor="ctr"/>
            <a:lstStyle/>
            <a:p>
              <a:pPr algn="ctr">
                <a:lnSpc>
                  <a:spcPts val="7559"/>
                </a:lnSpc>
              </a:pPr>
              <a:endParaRPr/>
            </a:p>
          </p:txBody>
        </p:sp>
      </p:grpSp>
      <p:sp>
        <p:nvSpPr>
          <p:cNvPr id="51" name="TextBox 57">
            <a:extLst>
              <a:ext uri="{FF2B5EF4-FFF2-40B4-BE49-F238E27FC236}">
                <a16:creationId xmlns:a16="http://schemas.microsoft.com/office/drawing/2014/main" id="{4393B921-3847-9F77-3646-4B178E8D48F3}"/>
              </a:ext>
            </a:extLst>
          </p:cNvPr>
          <p:cNvSpPr txBox="1"/>
          <p:nvPr/>
        </p:nvSpPr>
        <p:spPr>
          <a:xfrm>
            <a:off x="12717268" y="34124546"/>
            <a:ext cx="10080000" cy="938719"/>
          </a:xfrm>
          <a:prstGeom prst="rect">
            <a:avLst/>
          </a:prstGeom>
        </p:spPr>
        <p:txBody>
          <a:bodyPr lIns="0" tIns="0" rIns="0" bIns="0" rtlCol="0" anchor="t">
            <a:spAutoFit/>
          </a:bodyPr>
          <a:lstStyle/>
          <a:p>
            <a:pPr>
              <a:lnSpc>
                <a:spcPts val="7559"/>
              </a:lnSpc>
            </a:pPr>
            <a:r>
              <a:rPr lang="en-US" sz="5400" b="1" dirty="0">
                <a:solidFill>
                  <a:srgbClr val="0D1D52"/>
                </a:solidFill>
                <a:latin typeface="Poppins Semi-Bold"/>
                <a:ea typeface="Poppins Semi-Bold"/>
                <a:cs typeface="Poppins Semi-Bold"/>
                <a:sym typeface="Poppins Semi-Bold"/>
              </a:rPr>
              <a:t>References</a:t>
            </a:r>
          </a:p>
        </p:txBody>
      </p:sp>
      <p:sp>
        <p:nvSpPr>
          <p:cNvPr id="52" name="TextBox 58">
            <a:extLst>
              <a:ext uri="{FF2B5EF4-FFF2-40B4-BE49-F238E27FC236}">
                <a16:creationId xmlns:a16="http://schemas.microsoft.com/office/drawing/2014/main" id="{15C64EA5-6830-32DE-9119-A547FCCB5B42}"/>
              </a:ext>
            </a:extLst>
          </p:cNvPr>
          <p:cNvSpPr txBox="1"/>
          <p:nvPr/>
        </p:nvSpPr>
        <p:spPr>
          <a:xfrm>
            <a:off x="13507155" y="28677411"/>
            <a:ext cx="10080000" cy="938719"/>
          </a:xfrm>
          <a:prstGeom prst="rect">
            <a:avLst/>
          </a:prstGeom>
        </p:spPr>
        <p:txBody>
          <a:bodyPr lIns="0" tIns="0" rIns="0" bIns="0" rtlCol="0" anchor="t">
            <a:spAutoFit/>
          </a:bodyPr>
          <a:lstStyle/>
          <a:p>
            <a:pPr>
              <a:lnSpc>
                <a:spcPts val="7559"/>
              </a:lnSpc>
            </a:pPr>
            <a:r>
              <a:rPr lang="en-US" sz="5400" b="1" dirty="0">
                <a:solidFill>
                  <a:srgbClr val="0D1D52"/>
                </a:solidFill>
                <a:latin typeface="Poppins Semi-Bold"/>
                <a:ea typeface="Poppins Semi-Bold"/>
                <a:cs typeface="Poppins Semi-Bold"/>
                <a:sym typeface="Poppins Semi-Bold"/>
              </a:rPr>
              <a:t>Acknowledgements</a:t>
            </a:r>
          </a:p>
        </p:txBody>
      </p:sp>
      <p:sp>
        <p:nvSpPr>
          <p:cNvPr id="54" name="TextBox 70">
            <a:extLst>
              <a:ext uri="{FF2B5EF4-FFF2-40B4-BE49-F238E27FC236}">
                <a16:creationId xmlns:a16="http://schemas.microsoft.com/office/drawing/2014/main" id="{0DF760C2-608F-9400-21C2-838B3E0DD26D}"/>
              </a:ext>
            </a:extLst>
          </p:cNvPr>
          <p:cNvSpPr txBox="1"/>
          <p:nvPr/>
        </p:nvSpPr>
        <p:spPr>
          <a:xfrm>
            <a:off x="12717268" y="29973011"/>
            <a:ext cx="9364385" cy="1107996"/>
          </a:xfrm>
          <a:prstGeom prst="rect">
            <a:avLst/>
          </a:prstGeom>
        </p:spPr>
        <p:txBody>
          <a:bodyPr wrap="square" lIns="0" tIns="0" rIns="0" bIns="0" rtlCol="0" anchor="t">
            <a:spAutoFit/>
          </a:bodyPr>
          <a:lstStyle/>
          <a:p>
            <a:pPr algn="just"/>
            <a:r>
              <a:rPr sz="2400" dirty="0">
                <a:solidFill>
                  <a:srgbClr val="737373"/>
                </a:solidFill>
                <a:latin typeface="Poppins"/>
                <a:cs typeface="Poppins"/>
              </a:rPr>
              <a:t>This work was developed within the Department of Marine Technologies, Haifa University, as part of ongoing research on physics-informed passive acoustic sensing.</a:t>
            </a:r>
          </a:p>
        </p:txBody>
      </p:sp>
      <p:sp>
        <p:nvSpPr>
          <p:cNvPr id="55" name="TextBox 71">
            <a:extLst>
              <a:ext uri="{FF2B5EF4-FFF2-40B4-BE49-F238E27FC236}">
                <a16:creationId xmlns:a16="http://schemas.microsoft.com/office/drawing/2014/main" id="{5D3B2871-AC08-18B3-8720-68CAF135694C}"/>
              </a:ext>
            </a:extLst>
          </p:cNvPr>
          <p:cNvSpPr txBox="1"/>
          <p:nvPr/>
        </p:nvSpPr>
        <p:spPr>
          <a:xfrm>
            <a:off x="12717268" y="35353133"/>
            <a:ext cx="16161871" cy="1384995"/>
          </a:xfrm>
          <a:prstGeom prst="rect">
            <a:avLst/>
          </a:prstGeom>
        </p:spPr>
        <p:txBody>
          <a:bodyPr wrap="square" lIns="0" tIns="0" rIns="0" bIns="0" rtlCol="0" anchor="t">
            <a:spAutoFit/>
          </a:bodyPr>
          <a:lstStyle/>
          <a:p>
            <a:pPr algn="just"/>
            <a:r>
              <a:rPr dirty="0">
                <a:solidFill>
                  <a:srgbClr val="737373"/>
                </a:solidFill>
                <a:latin typeface="Poppins"/>
                <a:cs typeface="Poppins"/>
              </a:rPr>
              <a:t>[1] M. Stojanovic, IEEE J. Oceanic Engineering, 21(2), 125–136, 1996.</a:t>
            </a:r>
          </a:p>
          <a:p>
            <a:pPr algn="just"/>
            <a:r>
              <a:rPr dirty="0">
                <a:solidFill>
                  <a:srgbClr val="737373"/>
                </a:solidFill>
                <a:latin typeface="Poppins"/>
                <a:cs typeface="Poppins"/>
              </a:rPr>
              <a:t>[2] J. C. </a:t>
            </a:r>
            <a:r>
              <a:rPr dirty="0" err="1">
                <a:solidFill>
                  <a:srgbClr val="737373"/>
                </a:solidFill>
                <a:latin typeface="Poppins"/>
                <a:cs typeface="Poppins"/>
              </a:rPr>
              <a:t>Preisig</a:t>
            </a:r>
            <a:r>
              <a:rPr dirty="0">
                <a:solidFill>
                  <a:srgbClr val="737373"/>
                </a:solidFill>
                <a:latin typeface="Poppins"/>
                <a:cs typeface="Poppins"/>
              </a:rPr>
              <a:t>, IEEE Communications Magazine, 45(12), 110–117, 2007.</a:t>
            </a:r>
          </a:p>
          <a:p>
            <a:pPr algn="just"/>
            <a:r>
              <a:rPr dirty="0">
                <a:solidFill>
                  <a:srgbClr val="737373"/>
                </a:solidFill>
                <a:latin typeface="Poppins"/>
                <a:cs typeface="Poppins"/>
              </a:rPr>
              <a:t>[3] A. B. Carlson, P. B. Crilly, J. C. Rutledge, Communication Systems, 4th ed., McGraw-Hill, 2001.</a:t>
            </a:r>
          </a:p>
          <a:p>
            <a:pPr algn="just"/>
            <a:r>
              <a:rPr dirty="0">
                <a:solidFill>
                  <a:srgbClr val="737373"/>
                </a:solidFill>
                <a:latin typeface="Poppins"/>
                <a:cs typeface="Poppins"/>
              </a:rPr>
              <a:t>[4] F. G. Bass, I. M. Fuks, Wave Scattering from Statistically Rough Surfaces, Pergamon, 1979.</a:t>
            </a:r>
          </a:p>
          <a:p>
            <a:pPr algn="just"/>
            <a:r>
              <a:rPr dirty="0">
                <a:solidFill>
                  <a:srgbClr val="737373"/>
                </a:solidFill>
                <a:latin typeface="Poppins"/>
                <a:cs typeface="Poppins"/>
              </a:rPr>
              <a:t>[5] W. I. Roderick, PhD dissertation, Yale University, 1979.</a:t>
            </a:r>
          </a:p>
        </p:txBody>
      </p:sp>
      <p:grpSp>
        <p:nvGrpSpPr>
          <p:cNvPr id="59" name="Group 30">
            <a:extLst>
              <a:ext uri="{FF2B5EF4-FFF2-40B4-BE49-F238E27FC236}">
                <a16:creationId xmlns:a16="http://schemas.microsoft.com/office/drawing/2014/main" id="{A40B761F-A63D-1A4D-771E-23F7983A4FE0}"/>
              </a:ext>
            </a:extLst>
          </p:cNvPr>
          <p:cNvGrpSpPr/>
          <p:nvPr/>
        </p:nvGrpSpPr>
        <p:grpSpPr>
          <a:xfrm>
            <a:off x="11466662" y="6170417"/>
            <a:ext cx="412074" cy="412074"/>
            <a:chOff x="0" y="0"/>
            <a:chExt cx="812800" cy="812800"/>
          </a:xfrm>
        </p:grpSpPr>
        <p:sp>
          <p:nvSpPr>
            <p:cNvPr id="60" name="Freeform 31">
              <a:extLst>
                <a:ext uri="{FF2B5EF4-FFF2-40B4-BE49-F238E27FC236}">
                  <a16:creationId xmlns:a16="http://schemas.microsoft.com/office/drawing/2014/main" id="{938DDA56-3AE3-079C-A19D-6226559A7D80}"/>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3B86B"/>
            </a:solidFill>
          </p:spPr>
          <p:txBody>
            <a:bodyPr/>
            <a:lstStyle/>
            <a:p>
              <a:endParaRPr lang="en-US"/>
            </a:p>
          </p:txBody>
        </p:sp>
        <p:sp>
          <p:nvSpPr>
            <p:cNvPr id="61" name="TextBox 32">
              <a:extLst>
                <a:ext uri="{FF2B5EF4-FFF2-40B4-BE49-F238E27FC236}">
                  <a16:creationId xmlns:a16="http://schemas.microsoft.com/office/drawing/2014/main" id="{8B3C9DE1-5449-9A4B-8835-9928A2D62301}"/>
                </a:ext>
              </a:extLst>
            </p:cNvPr>
            <p:cNvSpPr txBox="1"/>
            <p:nvPr/>
          </p:nvSpPr>
          <p:spPr>
            <a:xfrm>
              <a:off x="76200" y="-85725"/>
              <a:ext cx="660400" cy="822325"/>
            </a:xfrm>
            <a:prstGeom prst="rect">
              <a:avLst/>
            </a:prstGeom>
          </p:spPr>
          <p:txBody>
            <a:bodyPr lIns="50800" tIns="50800" rIns="50800" bIns="50800" rtlCol="0" anchor="ctr"/>
            <a:lstStyle/>
            <a:p>
              <a:pPr algn="ctr">
                <a:lnSpc>
                  <a:spcPts val="7559"/>
                </a:lnSpc>
              </a:pPr>
              <a:endParaRPr/>
            </a:p>
          </p:txBody>
        </p:sp>
      </p:grpSp>
      <p:sp>
        <p:nvSpPr>
          <p:cNvPr id="62" name="TextBox 50">
            <a:extLst>
              <a:ext uri="{FF2B5EF4-FFF2-40B4-BE49-F238E27FC236}">
                <a16:creationId xmlns:a16="http://schemas.microsoft.com/office/drawing/2014/main" id="{7618DE81-CD67-AC1F-15F9-9E61562F92CF}"/>
              </a:ext>
            </a:extLst>
          </p:cNvPr>
          <p:cNvSpPr txBox="1"/>
          <p:nvPr/>
        </p:nvSpPr>
        <p:spPr>
          <a:xfrm>
            <a:off x="12087288" y="5806860"/>
            <a:ext cx="8173633" cy="938719"/>
          </a:xfrm>
          <a:prstGeom prst="rect">
            <a:avLst/>
          </a:prstGeom>
        </p:spPr>
        <p:txBody>
          <a:bodyPr wrap="square" lIns="0" tIns="0" rIns="0" bIns="0" rtlCol="0" anchor="t">
            <a:spAutoFit/>
          </a:bodyPr>
          <a:lstStyle/>
          <a:p>
            <a:pPr>
              <a:lnSpc>
                <a:spcPts val="7559"/>
              </a:lnSpc>
            </a:pPr>
            <a:r>
              <a:rPr lang="en-US" sz="5400" b="1" dirty="0">
                <a:solidFill>
                  <a:srgbClr val="0D1D52"/>
                </a:solidFill>
                <a:latin typeface="Poppins Semi-Bold"/>
                <a:ea typeface="Poppins Semi-Bold"/>
                <a:cs typeface="Poppins Semi-Bold"/>
                <a:sym typeface="Poppins Semi-Bold"/>
              </a:rPr>
              <a:t>Results</a:t>
            </a:r>
          </a:p>
        </p:txBody>
      </p:sp>
      <p:grpSp>
        <p:nvGrpSpPr>
          <p:cNvPr id="67" name="Group 36">
            <a:extLst>
              <a:ext uri="{FF2B5EF4-FFF2-40B4-BE49-F238E27FC236}">
                <a16:creationId xmlns:a16="http://schemas.microsoft.com/office/drawing/2014/main" id="{2345A97E-7218-56C3-4ADF-0384C88233B4}"/>
              </a:ext>
            </a:extLst>
          </p:cNvPr>
          <p:cNvGrpSpPr/>
          <p:nvPr/>
        </p:nvGrpSpPr>
        <p:grpSpPr>
          <a:xfrm>
            <a:off x="1577187" y="29000596"/>
            <a:ext cx="412074" cy="412074"/>
            <a:chOff x="0" y="0"/>
            <a:chExt cx="812800" cy="812800"/>
          </a:xfrm>
        </p:grpSpPr>
        <p:sp>
          <p:nvSpPr>
            <p:cNvPr id="68" name="Freeform 37">
              <a:extLst>
                <a:ext uri="{FF2B5EF4-FFF2-40B4-BE49-F238E27FC236}">
                  <a16:creationId xmlns:a16="http://schemas.microsoft.com/office/drawing/2014/main" id="{AEF31F4D-6F98-24B5-2762-B94EB264D4E5}"/>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3B86B"/>
            </a:solidFill>
          </p:spPr>
          <p:txBody>
            <a:bodyPr/>
            <a:lstStyle/>
            <a:p>
              <a:endParaRPr lang="en-US"/>
            </a:p>
          </p:txBody>
        </p:sp>
        <p:sp>
          <p:nvSpPr>
            <p:cNvPr id="69" name="TextBox 38">
              <a:extLst>
                <a:ext uri="{FF2B5EF4-FFF2-40B4-BE49-F238E27FC236}">
                  <a16:creationId xmlns:a16="http://schemas.microsoft.com/office/drawing/2014/main" id="{7642D246-51C2-6F11-9724-2564FBEB894A}"/>
                </a:ext>
              </a:extLst>
            </p:cNvPr>
            <p:cNvSpPr txBox="1"/>
            <p:nvPr/>
          </p:nvSpPr>
          <p:spPr>
            <a:xfrm>
              <a:off x="76200" y="-85725"/>
              <a:ext cx="660400" cy="822325"/>
            </a:xfrm>
            <a:prstGeom prst="rect">
              <a:avLst/>
            </a:prstGeom>
          </p:spPr>
          <p:txBody>
            <a:bodyPr lIns="50800" tIns="50800" rIns="50800" bIns="50800" rtlCol="0" anchor="ctr"/>
            <a:lstStyle/>
            <a:p>
              <a:pPr algn="ctr">
                <a:lnSpc>
                  <a:spcPts val="7559"/>
                </a:lnSpc>
              </a:pPr>
              <a:endParaRPr/>
            </a:p>
          </p:txBody>
        </p:sp>
      </p:grpSp>
      <p:sp>
        <p:nvSpPr>
          <p:cNvPr id="70" name="TextBox 51">
            <a:extLst>
              <a:ext uri="{FF2B5EF4-FFF2-40B4-BE49-F238E27FC236}">
                <a16:creationId xmlns:a16="http://schemas.microsoft.com/office/drawing/2014/main" id="{C1CCE83E-0AE8-16CB-288F-9423BC37C40F}"/>
              </a:ext>
            </a:extLst>
          </p:cNvPr>
          <p:cNvSpPr txBox="1"/>
          <p:nvPr/>
        </p:nvSpPr>
        <p:spPr>
          <a:xfrm>
            <a:off x="2367075" y="28637039"/>
            <a:ext cx="10080000" cy="888705"/>
          </a:xfrm>
          <a:prstGeom prst="rect">
            <a:avLst/>
          </a:prstGeom>
        </p:spPr>
        <p:txBody>
          <a:bodyPr lIns="0" tIns="0" rIns="0" bIns="0" rtlCol="0" anchor="t">
            <a:spAutoFit/>
          </a:bodyPr>
          <a:lstStyle/>
          <a:p>
            <a:pPr>
              <a:lnSpc>
                <a:spcPts val="7559"/>
              </a:lnSpc>
            </a:pPr>
            <a:r>
              <a:rPr lang="en-US" sz="5400" b="1" dirty="0">
                <a:solidFill>
                  <a:srgbClr val="0D1D52"/>
                </a:solidFill>
                <a:latin typeface="Poppins Semi-Bold"/>
                <a:ea typeface="Poppins Semi-Bold"/>
                <a:cs typeface="Poppins Semi-Bold"/>
                <a:sym typeface="Poppins Semi-Bold"/>
              </a:rPr>
              <a:t>Conclusion and future work</a:t>
            </a:r>
          </a:p>
        </p:txBody>
      </p:sp>
      <p:sp>
        <p:nvSpPr>
          <p:cNvPr id="71" name="TextBox 52">
            <a:extLst>
              <a:ext uri="{FF2B5EF4-FFF2-40B4-BE49-F238E27FC236}">
                <a16:creationId xmlns:a16="http://schemas.microsoft.com/office/drawing/2014/main" id="{0053FEAC-28F1-5D40-7374-99541D18574D}"/>
              </a:ext>
            </a:extLst>
          </p:cNvPr>
          <p:cNvSpPr txBox="1"/>
          <p:nvPr/>
        </p:nvSpPr>
        <p:spPr>
          <a:xfrm>
            <a:off x="1577188" y="30011168"/>
            <a:ext cx="9364385" cy="3693319"/>
          </a:xfrm>
          <a:prstGeom prst="rect">
            <a:avLst/>
          </a:prstGeom>
        </p:spPr>
        <p:txBody>
          <a:bodyPr wrap="square" lIns="0" tIns="0" rIns="0" bIns="0" rtlCol="0" anchor="t">
            <a:spAutoFit/>
          </a:bodyPr>
          <a:lstStyle/>
          <a:p>
            <a:pPr algn="just"/>
            <a:r>
              <a:rPr sz="2400" dirty="0">
                <a:solidFill>
                  <a:srgbClr val="737373"/>
                </a:solidFill>
                <a:latin typeface="Poppins"/>
                <a:cs typeface="Poppins"/>
              </a:rPr>
              <a:t>The experimental feature trends are consistent with the physics-informed hypothesis. The motorboat exhibits a broader bandwidth distribution and markedly lower Time-in-Band stability as the observation window grows, whereas both submerged DVP recordings remain concentrated at narrow tonal bands with near-unity Time-in-Band stability. Entropy-based stability also separates the recordings, supporting a compact feature space that combines bandwidth expansion, temporal persistence, and spectral organization.</a:t>
            </a:r>
          </a:p>
        </p:txBody>
      </p:sp>
      <p:sp>
        <p:nvSpPr>
          <p:cNvPr id="74" name="TextBox 70">
            <a:extLst>
              <a:ext uri="{FF2B5EF4-FFF2-40B4-BE49-F238E27FC236}">
                <a16:creationId xmlns:a16="http://schemas.microsoft.com/office/drawing/2014/main" id="{2D5DA9F0-39DB-45B7-1AD8-21A97D1BE75F}"/>
              </a:ext>
            </a:extLst>
          </p:cNvPr>
          <p:cNvSpPr txBox="1"/>
          <p:nvPr/>
        </p:nvSpPr>
        <p:spPr>
          <a:xfrm>
            <a:off x="1615819" y="34923214"/>
            <a:ext cx="9364385" cy="2215991"/>
          </a:xfrm>
          <a:prstGeom prst="rect">
            <a:avLst/>
          </a:prstGeom>
        </p:spPr>
        <p:txBody>
          <a:bodyPr wrap="square" lIns="0" tIns="0" rIns="0" bIns="0" rtlCol="0" anchor="t">
            <a:spAutoFit/>
          </a:bodyPr>
          <a:lstStyle/>
          <a:p>
            <a:pPr algn="just"/>
            <a:r>
              <a:rPr sz="2400" dirty="0">
                <a:solidFill>
                  <a:srgbClr val="737373"/>
                </a:solidFill>
                <a:latin typeface="Poppins"/>
                <a:cs typeface="Poppins"/>
              </a:rPr>
              <a:t>Next steps: quantify classification performance across additional sea states, ranges, vessel operating conditions, and independent recordings. Target applications include real-time detection and depth classification of autonomous underwater vehicles (AUVs) and diver propulsion vehicles (DPVs).</a:t>
            </a:r>
          </a:p>
        </p:txBody>
      </p:sp>
      <p:sp>
        <p:nvSpPr>
          <p:cNvPr id="75" name="Rectangle 74">
            <a:extLst>
              <a:ext uri="{FF2B5EF4-FFF2-40B4-BE49-F238E27FC236}">
                <a16:creationId xmlns:a16="http://schemas.microsoft.com/office/drawing/2014/main" id="{63AF8559-BB1E-D2E7-82A1-7A4708543215}"/>
              </a:ext>
            </a:extLst>
          </p:cNvPr>
          <p:cNvSpPr/>
          <p:nvPr/>
        </p:nvSpPr>
        <p:spPr>
          <a:xfrm>
            <a:off x="22190320" y="28925045"/>
            <a:ext cx="7380082" cy="5327512"/>
          </a:xfrm>
          <a:prstGeom prst="rect">
            <a:avLst/>
          </a:prstGeom>
          <a:solidFill>
            <a:srgbClr val="D3E3E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TextBox 58">
            <a:extLst>
              <a:ext uri="{FF2B5EF4-FFF2-40B4-BE49-F238E27FC236}">
                <a16:creationId xmlns:a16="http://schemas.microsoft.com/office/drawing/2014/main" id="{0E0E6B5B-4BD5-DED9-1191-FEC38A8CBABD}"/>
              </a:ext>
            </a:extLst>
          </p:cNvPr>
          <p:cNvSpPr txBox="1"/>
          <p:nvPr/>
        </p:nvSpPr>
        <p:spPr>
          <a:xfrm>
            <a:off x="22980207" y="29158570"/>
            <a:ext cx="10080000" cy="888705"/>
          </a:xfrm>
          <a:prstGeom prst="rect">
            <a:avLst/>
          </a:prstGeom>
        </p:spPr>
        <p:txBody>
          <a:bodyPr lIns="0" tIns="0" rIns="0" bIns="0" rtlCol="0" anchor="t">
            <a:spAutoFit/>
          </a:bodyPr>
          <a:lstStyle/>
          <a:p>
            <a:pPr>
              <a:lnSpc>
                <a:spcPts val="7559"/>
              </a:lnSpc>
            </a:pPr>
            <a:r>
              <a:rPr lang="en-US" sz="4400" b="1" i="1" dirty="0">
                <a:solidFill>
                  <a:srgbClr val="0D1D52"/>
                </a:solidFill>
                <a:latin typeface="Poppins Semi-Bold"/>
                <a:ea typeface="Poppins Semi-Bold"/>
                <a:cs typeface="Poppins Semi-Bold"/>
                <a:sym typeface="Poppins Semi-Bold"/>
              </a:rPr>
              <a:t>Authors</a:t>
            </a:r>
          </a:p>
        </p:txBody>
      </p:sp>
      <p:sp>
        <p:nvSpPr>
          <p:cNvPr id="79" name="TextBox 78">
            <a:extLst>
              <a:ext uri="{FF2B5EF4-FFF2-40B4-BE49-F238E27FC236}">
                <a16:creationId xmlns:a16="http://schemas.microsoft.com/office/drawing/2014/main" id="{910CCB4E-9AD9-91A0-4D03-93C6DBD55E25}"/>
              </a:ext>
            </a:extLst>
          </p:cNvPr>
          <p:cNvSpPr txBox="1"/>
          <p:nvPr/>
        </p:nvSpPr>
        <p:spPr>
          <a:xfrm>
            <a:off x="22833800" y="30300112"/>
            <a:ext cx="6432852" cy="1477328"/>
          </a:xfrm>
          <a:prstGeom prst="rect">
            <a:avLst/>
          </a:prstGeom>
          <a:noFill/>
        </p:spPr>
        <p:txBody>
          <a:bodyPr wrap="square">
            <a:spAutoFit/>
          </a:bodyPr>
          <a:lstStyle/>
          <a:p>
            <a:r>
              <a:rPr b="1" dirty="0">
                <a:solidFill>
                  <a:srgbClr val="737373"/>
                </a:solidFill>
                <a:latin typeface="Poppins"/>
                <a:cs typeface="Poppins"/>
              </a:rPr>
              <a:t>Roy Michael</a:t>
            </a:r>
            <a:r>
              <a:rPr lang="en-US" dirty="0">
                <a:solidFill>
                  <a:srgbClr val="737373"/>
                </a:solidFill>
                <a:latin typeface="Poppins"/>
                <a:cs typeface="Poppins"/>
              </a:rPr>
              <a:t> - </a:t>
            </a:r>
            <a:r>
              <a:rPr dirty="0">
                <a:solidFill>
                  <a:srgbClr val="737373"/>
                </a:solidFill>
                <a:latin typeface="Poppins"/>
                <a:cs typeface="Poppins"/>
              </a:rPr>
              <a:t>Department of Marine Technologies, Haifa University</a:t>
            </a:r>
            <a:endParaRPr lang="en-US" dirty="0">
              <a:solidFill>
                <a:srgbClr val="737373"/>
              </a:solidFill>
              <a:latin typeface="Poppins"/>
              <a:cs typeface="Poppins"/>
            </a:endParaRPr>
          </a:p>
          <a:p>
            <a:endParaRPr lang="en-US" dirty="0">
              <a:solidFill>
                <a:srgbClr val="737373"/>
              </a:solidFill>
              <a:latin typeface="Poppins"/>
              <a:cs typeface="Poppins"/>
            </a:endParaRPr>
          </a:p>
          <a:p>
            <a:r>
              <a:rPr lang="en-US" b="1" dirty="0">
                <a:solidFill>
                  <a:srgbClr val="737373"/>
                </a:solidFill>
                <a:latin typeface="Poppins"/>
                <a:cs typeface="Poppins"/>
              </a:rPr>
              <a:t>Roee Diamant</a:t>
            </a:r>
            <a:r>
              <a:rPr lang="en-US" dirty="0">
                <a:solidFill>
                  <a:srgbClr val="737373"/>
                </a:solidFill>
                <a:latin typeface="Poppins"/>
                <a:cs typeface="Poppins"/>
              </a:rPr>
              <a:t> - Department of Marine Technologies, Haifa University</a:t>
            </a:r>
            <a:endParaRPr dirty="0">
              <a:solidFill>
                <a:srgbClr val="737373"/>
              </a:solidFill>
              <a:latin typeface="Poppins"/>
              <a:cs typeface="Poppins"/>
            </a:endParaRPr>
          </a:p>
        </p:txBody>
      </p:sp>
      <p:grpSp>
        <p:nvGrpSpPr>
          <p:cNvPr id="38" name="Group 37">
            <a:extLst>
              <a:ext uri="{FF2B5EF4-FFF2-40B4-BE49-F238E27FC236}">
                <a16:creationId xmlns:a16="http://schemas.microsoft.com/office/drawing/2014/main" id="{ADB0B363-9A7A-FFF2-43CF-DF7B94B69AD2}"/>
              </a:ext>
            </a:extLst>
          </p:cNvPr>
          <p:cNvGrpSpPr/>
          <p:nvPr/>
        </p:nvGrpSpPr>
        <p:grpSpPr>
          <a:xfrm>
            <a:off x="800693" y="21599859"/>
            <a:ext cx="9670470" cy="5441678"/>
            <a:chOff x="1135037" y="19890017"/>
            <a:chExt cx="9670470" cy="5441678"/>
          </a:xfrm>
        </p:grpSpPr>
        <p:grpSp>
          <p:nvGrpSpPr>
            <p:cNvPr id="37" name="Group 36">
              <a:extLst>
                <a:ext uri="{FF2B5EF4-FFF2-40B4-BE49-F238E27FC236}">
                  <a16:creationId xmlns:a16="http://schemas.microsoft.com/office/drawing/2014/main" id="{B6646356-1506-A297-E7EA-D3095C5CC3CE}"/>
                </a:ext>
              </a:extLst>
            </p:cNvPr>
            <p:cNvGrpSpPr/>
            <p:nvPr/>
          </p:nvGrpSpPr>
          <p:grpSpPr>
            <a:xfrm>
              <a:off x="1135037" y="19890017"/>
              <a:ext cx="1993392" cy="5437166"/>
              <a:chOff x="1107634" y="19963462"/>
              <a:chExt cx="1993392" cy="5437166"/>
            </a:xfrm>
          </p:grpSpPr>
          <p:sp>
            <p:nvSpPr>
              <p:cNvPr id="80" name="Rounded Rectangle 79"/>
              <p:cNvSpPr/>
              <p:nvPr/>
            </p:nvSpPr>
            <p:spPr>
              <a:xfrm>
                <a:off x="1107634" y="19963462"/>
                <a:ext cx="1993392" cy="5437166"/>
              </a:xfrm>
              <a:prstGeom prst="roundRect">
                <a:avLst/>
              </a:prstGeom>
              <a:solidFill>
                <a:schemeClr val="bg1"/>
              </a:solidFill>
              <a:ln w="15240">
                <a:solidFill>
                  <a:srgbClr val="CDDA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Rounded Rectangle 80"/>
              <p:cNvSpPr/>
              <p:nvPr/>
            </p:nvSpPr>
            <p:spPr>
              <a:xfrm>
                <a:off x="1217362" y="20073190"/>
                <a:ext cx="1773936" cy="566928"/>
              </a:xfrm>
              <a:prstGeom prst="roundRect">
                <a:avLst/>
              </a:prstGeom>
              <a:solidFill>
                <a:srgbClr val="0D1D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800" b="1" dirty="0">
                    <a:solidFill>
                      <a:srgbClr val="FFFFFF"/>
                    </a:solidFill>
                    <a:latin typeface="Poppins SemiBold" panose="020B0502040204020203" pitchFamily="2" charset="0"/>
                    <a:cs typeface="Poppins SemiBold" panose="020B0502040204020203" pitchFamily="2" charset="0"/>
                  </a:rPr>
                  <a:t>S</a:t>
                </a:r>
                <a:r>
                  <a:rPr lang="en-US" sz="2800" b="1" dirty="0">
                    <a:solidFill>
                      <a:srgbClr val="FFFFFF"/>
                    </a:solidFill>
                    <a:latin typeface="Poppins SemiBold" panose="020B0502040204020203" pitchFamily="2" charset="0"/>
                    <a:cs typeface="Poppins SemiBold" panose="020B0502040204020203" pitchFamily="2" charset="0"/>
                  </a:rPr>
                  <a:t>tep</a:t>
                </a:r>
                <a:r>
                  <a:rPr sz="2800" b="1" dirty="0">
                    <a:solidFill>
                      <a:srgbClr val="FFFFFF"/>
                    </a:solidFill>
                    <a:latin typeface="Poppins SemiBold" panose="020B0502040204020203" pitchFamily="2" charset="0"/>
                    <a:cs typeface="Poppins SemiBold" panose="020B0502040204020203" pitchFamily="2" charset="0"/>
                  </a:rPr>
                  <a:t> 1</a:t>
                </a:r>
              </a:p>
            </p:txBody>
          </p:sp>
          <p:sp>
            <p:nvSpPr>
              <p:cNvPr id="82" name="Oval 81"/>
              <p:cNvSpPr/>
              <p:nvPr/>
            </p:nvSpPr>
            <p:spPr>
              <a:xfrm>
                <a:off x="1701994" y="20832142"/>
                <a:ext cx="804672" cy="804672"/>
              </a:xfrm>
              <a:prstGeom prst="ellipse">
                <a:avLst/>
              </a:prstGeom>
              <a:solidFill>
                <a:srgbClr val="20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200" b="1">
                    <a:solidFill>
                      <a:srgbClr val="FFFFFF"/>
                    </a:solidFill>
                    <a:latin typeface="Arial"/>
                  </a:rPr>
                  <a:t>▥</a:t>
                </a:r>
              </a:p>
            </p:txBody>
          </p:sp>
          <p:sp>
            <p:nvSpPr>
              <p:cNvPr id="83" name="TextBox 82"/>
              <p:cNvSpPr txBox="1"/>
              <p:nvPr/>
            </p:nvSpPr>
            <p:spPr>
              <a:xfrm>
                <a:off x="1217362" y="21810550"/>
                <a:ext cx="1773936" cy="707886"/>
              </a:xfrm>
              <a:prstGeom prst="rect">
                <a:avLst/>
              </a:prstGeom>
              <a:noFill/>
            </p:spPr>
            <p:txBody>
              <a:bodyPr wrap="square">
                <a:spAutoFit/>
              </a:bodyPr>
              <a:lstStyle/>
              <a:p>
                <a:pPr algn="ctr"/>
                <a:r>
                  <a:rPr sz="2000" b="1" dirty="0">
                    <a:solidFill>
                      <a:srgbClr val="0D1D52"/>
                    </a:solidFill>
                    <a:latin typeface="Poppins SemiBold" panose="00000700000000000000" pitchFamily="2" charset="0"/>
                    <a:cs typeface="Poppins SemiBold" panose="00000700000000000000" pitchFamily="2" charset="0"/>
                  </a:rPr>
                  <a:t>SIGNAL</a:t>
                </a:r>
              </a:p>
              <a:p>
                <a:pPr algn="ctr"/>
                <a:r>
                  <a:rPr sz="2000" b="1" dirty="0">
                    <a:solidFill>
                      <a:srgbClr val="0D1D52"/>
                    </a:solidFill>
                    <a:latin typeface="Poppins SemiBold" panose="00000700000000000000" pitchFamily="2" charset="0"/>
                    <a:cs typeface="Poppins SemiBold" panose="00000700000000000000" pitchFamily="2" charset="0"/>
                  </a:rPr>
                  <a:t>INGESTION</a:t>
                </a:r>
              </a:p>
            </p:txBody>
          </p:sp>
          <p:sp>
            <p:nvSpPr>
              <p:cNvPr id="84" name="Rectangle 83"/>
              <p:cNvSpPr/>
              <p:nvPr/>
            </p:nvSpPr>
            <p:spPr>
              <a:xfrm>
                <a:off x="1400242" y="22752382"/>
                <a:ext cx="1408176" cy="32004"/>
              </a:xfrm>
              <a:prstGeom prst="rect">
                <a:avLst/>
              </a:prstGeom>
              <a:solidFill>
                <a:srgbClr val="AAC0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TextBox 84"/>
              <p:cNvSpPr txBox="1"/>
              <p:nvPr/>
            </p:nvSpPr>
            <p:spPr>
              <a:xfrm>
                <a:off x="1253938" y="22962694"/>
                <a:ext cx="1700784" cy="1117165"/>
              </a:xfrm>
              <a:prstGeom prst="rect">
                <a:avLst/>
              </a:prstGeom>
              <a:noFill/>
            </p:spPr>
            <p:txBody>
              <a:bodyPr wrap="square" anchor="t">
                <a:spAutoFit/>
              </a:bodyPr>
              <a:lstStyle/>
              <a:p>
                <a:pPr>
                  <a:lnSpc>
                    <a:spcPts val="4082"/>
                  </a:lnSpc>
                </a:pPr>
                <a:r>
                  <a:rPr lang="en-US" sz="2915" dirty="0">
                    <a:solidFill>
                      <a:srgbClr val="737373"/>
                    </a:solidFill>
                    <a:latin typeface="Poppins"/>
                    <a:cs typeface="Poppins"/>
                  </a:rPr>
                  <a:t>Ingest</a:t>
                </a:r>
                <a:r>
                  <a:rPr sz="2915" dirty="0">
                    <a:solidFill>
                      <a:srgbClr val="737373"/>
                    </a:solidFill>
                    <a:latin typeface="Poppins"/>
                    <a:cs typeface="Poppins"/>
                  </a:rPr>
                  <a:t> data</a:t>
                </a:r>
              </a:p>
            </p:txBody>
          </p:sp>
        </p:grpSp>
        <p:sp>
          <p:nvSpPr>
            <p:cNvPr id="86" name="Chevron 85"/>
            <p:cNvSpPr/>
            <p:nvPr/>
          </p:nvSpPr>
          <p:spPr>
            <a:xfrm>
              <a:off x="3197946" y="22375368"/>
              <a:ext cx="219456" cy="475488"/>
            </a:xfrm>
            <a:prstGeom prst="chevron">
              <a:avLst/>
            </a:prstGeom>
            <a:solidFill>
              <a:srgbClr val="20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34" name="Group 33">
              <a:extLst>
                <a:ext uri="{FF2B5EF4-FFF2-40B4-BE49-F238E27FC236}">
                  <a16:creationId xmlns:a16="http://schemas.microsoft.com/office/drawing/2014/main" id="{B44272DB-28A5-4F2A-1410-F118CDEDA09C}"/>
                </a:ext>
              </a:extLst>
            </p:cNvPr>
            <p:cNvGrpSpPr/>
            <p:nvPr/>
          </p:nvGrpSpPr>
          <p:grpSpPr>
            <a:xfrm>
              <a:off x="3527501" y="19890017"/>
              <a:ext cx="2502902" cy="5437166"/>
              <a:chOff x="3527130" y="19933920"/>
              <a:chExt cx="2502902" cy="5437166"/>
            </a:xfrm>
          </p:grpSpPr>
          <p:sp>
            <p:nvSpPr>
              <p:cNvPr id="87" name="Rounded Rectangle 86"/>
              <p:cNvSpPr/>
              <p:nvPr/>
            </p:nvSpPr>
            <p:spPr>
              <a:xfrm>
                <a:off x="3527130" y="19933920"/>
                <a:ext cx="2502902" cy="5437166"/>
              </a:xfrm>
              <a:prstGeom prst="roundRect">
                <a:avLst/>
              </a:prstGeom>
              <a:solidFill>
                <a:schemeClr val="bg1"/>
              </a:solidFill>
              <a:ln w="15240">
                <a:solidFill>
                  <a:srgbClr val="CDDA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 name="Rounded Rectangle 87"/>
              <p:cNvSpPr/>
              <p:nvPr/>
            </p:nvSpPr>
            <p:spPr>
              <a:xfrm>
                <a:off x="3891613" y="20087991"/>
                <a:ext cx="1773936" cy="566928"/>
              </a:xfrm>
              <a:prstGeom prst="roundRect">
                <a:avLst/>
              </a:prstGeom>
              <a:solidFill>
                <a:srgbClr val="0D1D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800" b="1" dirty="0">
                    <a:solidFill>
                      <a:srgbClr val="FFFFFF"/>
                    </a:solidFill>
                    <a:latin typeface="Poppins SemiBold" panose="020B0502040204020203" pitchFamily="2" charset="0"/>
                    <a:cs typeface="Poppins SemiBold" panose="020B0502040204020203" pitchFamily="2" charset="0"/>
                  </a:rPr>
                  <a:t>Step 2</a:t>
                </a:r>
              </a:p>
            </p:txBody>
          </p:sp>
          <p:sp>
            <p:nvSpPr>
              <p:cNvPr id="89" name="Oval 88"/>
              <p:cNvSpPr/>
              <p:nvPr/>
            </p:nvSpPr>
            <p:spPr>
              <a:xfrm>
                <a:off x="4346952" y="20780386"/>
                <a:ext cx="804672" cy="804672"/>
              </a:xfrm>
              <a:prstGeom prst="ellipse">
                <a:avLst/>
              </a:prstGeom>
              <a:solidFill>
                <a:srgbClr val="20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200" b="1">
                    <a:solidFill>
                      <a:srgbClr val="FFFFFF"/>
                    </a:solidFill>
                    <a:latin typeface="Arial"/>
                  </a:rPr>
                  <a:t>▦</a:t>
                </a:r>
              </a:p>
            </p:txBody>
          </p:sp>
          <p:sp>
            <p:nvSpPr>
              <p:cNvPr id="90" name="TextBox 89"/>
              <p:cNvSpPr txBox="1"/>
              <p:nvPr/>
            </p:nvSpPr>
            <p:spPr>
              <a:xfrm>
                <a:off x="3891613" y="21756417"/>
                <a:ext cx="1773936" cy="707886"/>
              </a:xfrm>
              <a:prstGeom prst="rect">
                <a:avLst/>
              </a:prstGeom>
              <a:noFill/>
            </p:spPr>
            <p:txBody>
              <a:bodyPr wrap="square">
                <a:spAutoFit/>
              </a:bodyPr>
              <a:lstStyle/>
              <a:p>
                <a:pPr algn="ctr"/>
                <a:r>
                  <a:rPr sz="2000" b="1" dirty="0">
                    <a:solidFill>
                      <a:srgbClr val="0D1D52"/>
                    </a:solidFill>
                    <a:latin typeface="Poppins SemiBold" panose="00000700000000000000" pitchFamily="2" charset="0"/>
                    <a:cs typeface="Poppins SemiBold" panose="00000700000000000000" pitchFamily="2" charset="0"/>
                  </a:rPr>
                  <a:t>BANDWIDTH</a:t>
                </a:r>
              </a:p>
              <a:p>
                <a:pPr algn="ctr"/>
                <a:r>
                  <a:rPr sz="2000" b="1" dirty="0">
                    <a:solidFill>
                      <a:srgbClr val="0D1D52"/>
                    </a:solidFill>
                    <a:latin typeface="Poppins SemiBold" panose="00000700000000000000" pitchFamily="2" charset="0"/>
                    <a:cs typeface="Poppins SemiBold" panose="00000700000000000000" pitchFamily="2" charset="0"/>
                  </a:rPr>
                  <a:t>MATRIX</a:t>
                </a:r>
              </a:p>
            </p:txBody>
          </p:sp>
          <p:sp>
            <p:nvSpPr>
              <p:cNvPr id="91" name="Rectangle 90"/>
              <p:cNvSpPr/>
              <p:nvPr/>
            </p:nvSpPr>
            <p:spPr>
              <a:xfrm>
                <a:off x="4074493" y="22685690"/>
                <a:ext cx="1408176" cy="32004"/>
              </a:xfrm>
              <a:prstGeom prst="rect">
                <a:avLst/>
              </a:prstGeom>
              <a:solidFill>
                <a:srgbClr val="AAC0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 name="TextBox 91"/>
              <p:cNvSpPr txBox="1"/>
              <p:nvPr/>
            </p:nvSpPr>
            <p:spPr>
              <a:xfrm>
                <a:off x="3565465" y="22950794"/>
                <a:ext cx="2367647" cy="2168735"/>
              </a:xfrm>
              <a:prstGeom prst="rect">
                <a:avLst/>
              </a:prstGeom>
              <a:noFill/>
            </p:spPr>
            <p:txBody>
              <a:bodyPr wrap="square" anchor="t">
                <a:spAutoFit/>
              </a:bodyPr>
              <a:lstStyle/>
              <a:p>
                <a:pPr>
                  <a:lnSpc>
                    <a:spcPts val="4082"/>
                  </a:lnSpc>
                </a:pPr>
                <a:r>
                  <a:rPr sz="2915" dirty="0">
                    <a:solidFill>
                      <a:srgbClr val="737373"/>
                    </a:solidFill>
                    <a:latin typeface="Poppins"/>
                    <a:cs typeface="Poppins"/>
                  </a:rPr>
                  <a:t>Estimate bandwidth</a:t>
                </a:r>
              </a:p>
              <a:p>
                <a:pPr>
                  <a:lnSpc>
                    <a:spcPts val="4082"/>
                  </a:lnSpc>
                </a:pPr>
                <a:r>
                  <a:rPr sz="2915" dirty="0">
                    <a:solidFill>
                      <a:srgbClr val="737373"/>
                    </a:solidFill>
                    <a:latin typeface="Poppins"/>
                    <a:cs typeface="Poppins"/>
                  </a:rPr>
                  <a:t>and frequencies</a:t>
                </a:r>
              </a:p>
            </p:txBody>
          </p:sp>
        </p:grpSp>
        <p:sp>
          <p:nvSpPr>
            <p:cNvPr id="93" name="Chevron 92"/>
            <p:cNvSpPr/>
            <p:nvPr/>
          </p:nvSpPr>
          <p:spPr>
            <a:xfrm>
              <a:off x="6103555" y="22375368"/>
              <a:ext cx="219456" cy="475488"/>
            </a:xfrm>
            <a:prstGeom prst="chevron">
              <a:avLst/>
            </a:prstGeom>
            <a:solidFill>
              <a:srgbClr val="20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36" name="Group 35">
              <a:extLst>
                <a:ext uri="{FF2B5EF4-FFF2-40B4-BE49-F238E27FC236}">
                  <a16:creationId xmlns:a16="http://schemas.microsoft.com/office/drawing/2014/main" id="{EF5A08B7-E04F-E2CD-3755-2838619A01AF}"/>
                </a:ext>
              </a:extLst>
            </p:cNvPr>
            <p:cNvGrpSpPr/>
            <p:nvPr/>
          </p:nvGrpSpPr>
          <p:grpSpPr>
            <a:xfrm>
              <a:off x="6433906" y="19894529"/>
              <a:ext cx="1993392" cy="5437166"/>
              <a:chOff x="6414849" y="19948690"/>
              <a:chExt cx="1993392" cy="5437166"/>
            </a:xfrm>
          </p:grpSpPr>
          <p:sp>
            <p:nvSpPr>
              <p:cNvPr id="94" name="Rounded Rectangle 93"/>
              <p:cNvSpPr/>
              <p:nvPr/>
            </p:nvSpPr>
            <p:spPr>
              <a:xfrm>
                <a:off x="6414849" y="19948690"/>
                <a:ext cx="1993392" cy="5437166"/>
              </a:xfrm>
              <a:prstGeom prst="roundRect">
                <a:avLst/>
              </a:prstGeom>
              <a:solidFill>
                <a:schemeClr val="bg1"/>
              </a:solidFill>
              <a:ln w="15240">
                <a:solidFill>
                  <a:srgbClr val="CDDA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 name="Rounded Rectangle 94"/>
              <p:cNvSpPr/>
              <p:nvPr/>
            </p:nvSpPr>
            <p:spPr>
              <a:xfrm>
                <a:off x="6524577" y="20058418"/>
                <a:ext cx="1773936" cy="566928"/>
              </a:xfrm>
              <a:prstGeom prst="roundRect">
                <a:avLst/>
              </a:prstGeom>
              <a:solidFill>
                <a:srgbClr val="0D1D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800" b="1" dirty="0">
                    <a:solidFill>
                      <a:srgbClr val="FFFFFF"/>
                    </a:solidFill>
                    <a:latin typeface="Poppins SemiBold" panose="020B0502040204020203" pitchFamily="2" charset="0"/>
                    <a:cs typeface="Poppins SemiBold" panose="020B0502040204020203" pitchFamily="2" charset="0"/>
                  </a:rPr>
                  <a:t>Step 3</a:t>
                </a:r>
              </a:p>
            </p:txBody>
          </p:sp>
          <p:sp>
            <p:nvSpPr>
              <p:cNvPr id="96" name="Oval 95"/>
              <p:cNvSpPr/>
              <p:nvPr/>
            </p:nvSpPr>
            <p:spPr>
              <a:xfrm>
                <a:off x="7009209" y="20817370"/>
                <a:ext cx="804672" cy="804672"/>
              </a:xfrm>
              <a:prstGeom prst="ellipse">
                <a:avLst/>
              </a:prstGeom>
              <a:solidFill>
                <a:srgbClr val="20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200" b="1">
                    <a:solidFill>
                      <a:srgbClr val="FFFFFF"/>
                    </a:solidFill>
                    <a:latin typeface="Arial"/>
                  </a:rPr>
                  <a:t>∿</a:t>
                </a:r>
              </a:p>
            </p:txBody>
          </p:sp>
          <p:sp>
            <p:nvSpPr>
              <p:cNvPr id="97" name="TextBox 96"/>
              <p:cNvSpPr txBox="1"/>
              <p:nvPr/>
            </p:nvSpPr>
            <p:spPr>
              <a:xfrm>
                <a:off x="6524577" y="21795778"/>
                <a:ext cx="1773936" cy="707886"/>
              </a:xfrm>
              <a:prstGeom prst="rect">
                <a:avLst/>
              </a:prstGeom>
              <a:noFill/>
            </p:spPr>
            <p:txBody>
              <a:bodyPr wrap="square">
                <a:spAutoFit/>
              </a:bodyPr>
              <a:lstStyle/>
              <a:p>
                <a:pPr algn="ctr"/>
                <a:r>
                  <a:rPr sz="2000" b="1" dirty="0">
                    <a:solidFill>
                      <a:srgbClr val="0D1D52"/>
                    </a:solidFill>
                    <a:latin typeface="Poppins SemiBold" panose="00000700000000000000" pitchFamily="2" charset="0"/>
                    <a:cs typeface="Poppins SemiBold" panose="00000700000000000000" pitchFamily="2" charset="0"/>
                  </a:rPr>
                  <a:t>PHYSICS</a:t>
                </a:r>
              </a:p>
              <a:p>
                <a:pPr algn="ctr"/>
                <a:r>
                  <a:rPr sz="2000" b="1" dirty="0">
                    <a:solidFill>
                      <a:srgbClr val="0D1D52"/>
                    </a:solidFill>
                    <a:latin typeface="Poppins SemiBold" panose="00000700000000000000" pitchFamily="2" charset="0"/>
                    <a:cs typeface="Poppins SemiBold" panose="00000700000000000000" pitchFamily="2" charset="0"/>
                  </a:rPr>
                  <a:t>FEATURES</a:t>
                </a:r>
              </a:p>
            </p:txBody>
          </p:sp>
          <p:sp>
            <p:nvSpPr>
              <p:cNvPr id="98" name="Rectangle 97"/>
              <p:cNvSpPr/>
              <p:nvPr/>
            </p:nvSpPr>
            <p:spPr>
              <a:xfrm>
                <a:off x="6707457" y="22737610"/>
                <a:ext cx="1408176" cy="32004"/>
              </a:xfrm>
              <a:prstGeom prst="rect">
                <a:avLst/>
              </a:prstGeom>
              <a:solidFill>
                <a:srgbClr val="AAC0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9" name="TextBox 98"/>
              <p:cNvSpPr txBox="1"/>
              <p:nvPr/>
            </p:nvSpPr>
            <p:spPr>
              <a:xfrm>
                <a:off x="6561153" y="22947922"/>
                <a:ext cx="1737360" cy="1117165"/>
              </a:xfrm>
              <a:prstGeom prst="rect">
                <a:avLst/>
              </a:prstGeom>
              <a:noFill/>
            </p:spPr>
            <p:txBody>
              <a:bodyPr wrap="square" anchor="t">
                <a:spAutoFit/>
              </a:bodyPr>
              <a:lstStyle/>
              <a:p>
                <a:pPr>
                  <a:lnSpc>
                    <a:spcPts val="4082"/>
                  </a:lnSpc>
                </a:pPr>
                <a:r>
                  <a:rPr sz="2915" dirty="0">
                    <a:solidFill>
                      <a:srgbClr val="737373"/>
                    </a:solidFill>
                    <a:latin typeface="Poppins"/>
                    <a:cs typeface="Poppins"/>
                  </a:rPr>
                  <a:t>Extract </a:t>
                </a:r>
                <a:r>
                  <a:rPr lang="en-US" sz="2915" dirty="0">
                    <a:solidFill>
                      <a:srgbClr val="737373"/>
                    </a:solidFill>
                    <a:latin typeface="Poppins"/>
                    <a:cs typeface="Poppins"/>
                  </a:rPr>
                  <a:t>features</a:t>
                </a:r>
                <a:endParaRPr sz="2915" dirty="0">
                  <a:solidFill>
                    <a:srgbClr val="737373"/>
                  </a:solidFill>
                  <a:latin typeface="Poppins"/>
                  <a:cs typeface="Poppins"/>
                </a:endParaRPr>
              </a:p>
            </p:txBody>
          </p:sp>
        </p:grpSp>
        <p:sp>
          <p:nvSpPr>
            <p:cNvPr id="100" name="Chevron 99"/>
            <p:cNvSpPr/>
            <p:nvPr/>
          </p:nvSpPr>
          <p:spPr>
            <a:xfrm>
              <a:off x="8500450" y="22375368"/>
              <a:ext cx="219456" cy="475488"/>
            </a:xfrm>
            <a:prstGeom prst="chevron">
              <a:avLst/>
            </a:prstGeom>
            <a:solidFill>
              <a:srgbClr val="20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35" name="Group 34">
              <a:extLst>
                <a:ext uri="{FF2B5EF4-FFF2-40B4-BE49-F238E27FC236}">
                  <a16:creationId xmlns:a16="http://schemas.microsoft.com/office/drawing/2014/main" id="{3A9309BF-1790-F8D9-5D82-4B1BD740F870}"/>
                </a:ext>
              </a:extLst>
            </p:cNvPr>
            <p:cNvGrpSpPr/>
            <p:nvPr/>
          </p:nvGrpSpPr>
          <p:grpSpPr>
            <a:xfrm>
              <a:off x="8812115" y="19894529"/>
              <a:ext cx="1993392" cy="5437166"/>
              <a:chOff x="8793058" y="19963462"/>
              <a:chExt cx="1993392" cy="5437166"/>
            </a:xfrm>
          </p:grpSpPr>
          <p:sp>
            <p:nvSpPr>
              <p:cNvPr id="101" name="Rounded Rectangle 100"/>
              <p:cNvSpPr/>
              <p:nvPr/>
            </p:nvSpPr>
            <p:spPr>
              <a:xfrm>
                <a:off x="8793058" y="19963462"/>
                <a:ext cx="1993392" cy="5437166"/>
              </a:xfrm>
              <a:prstGeom prst="roundRect">
                <a:avLst/>
              </a:prstGeom>
              <a:solidFill>
                <a:schemeClr val="bg1"/>
              </a:solidFill>
              <a:ln w="15240">
                <a:solidFill>
                  <a:srgbClr val="CDDA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 name="Rounded Rectangle 101"/>
              <p:cNvSpPr/>
              <p:nvPr/>
            </p:nvSpPr>
            <p:spPr>
              <a:xfrm>
                <a:off x="8902786" y="20073190"/>
                <a:ext cx="1773936" cy="566928"/>
              </a:xfrm>
              <a:prstGeom prst="roundRect">
                <a:avLst/>
              </a:prstGeom>
              <a:solidFill>
                <a:srgbClr val="0D1D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800" b="1" dirty="0">
                    <a:solidFill>
                      <a:srgbClr val="FFFFFF"/>
                    </a:solidFill>
                    <a:latin typeface="Poppins SemiBold" panose="020B0502040204020203" pitchFamily="2" charset="0"/>
                    <a:cs typeface="Poppins SemiBold" panose="020B0502040204020203" pitchFamily="2" charset="0"/>
                  </a:rPr>
                  <a:t>Step 4</a:t>
                </a:r>
              </a:p>
            </p:txBody>
          </p:sp>
          <p:sp>
            <p:nvSpPr>
              <p:cNvPr id="103" name="Oval 102"/>
              <p:cNvSpPr/>
              <p:nvPr/>
            </p:nvSpPr>
            <p:spPr>
              <a:xfrm>
                <a:off x="9387418" y="20832142"/>
                <a:ext cx="804672" cy="804672"/>
              </a:xfrm>
              <a:prstGeom prst="ellipse">
                <a:avLst/>
              </a:prstGeom>
              <a:solidFill>
                <a:srgbClr val="20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200" b="1">
                    <a:solidFill>
                      <a:srgbClr val="FFFFFF"/>
                    </a:solidFill>
                    <a:latin typeface="Arial"/>
                  </a:rPr>
                  <a:t>✓</a:t>
                </a:r>
              </a:p>
            </p:txBody>
          </p:sp>
          <p:sp>
            <p:nvSpPr>
              <p:cNvPr id="104" name="TextBox 103"/>
              <p:cNvSpPr txBox="1"/>
              <p:nvPr/>
            </p:nvSpPr>
            <p:spPr>
              <a:xfrm>
                <a:off x="8902786" y="21810550"/>
                <a:ext cx="1773936" cy="707886"/>
              </a:xfrm>
              <a:prstGeom prst="rect">
                <a:avLst/>
              </a:prstGeom>
              <a:noFill/>
            </p:spPr>
            <p:txBody>
              <a:bodyPr wrap="square">
                <a:spAutoFit/>
              </a:bodyPr>
              <a:lstStyle/>
              <a:p>
                <a:pPr algn="ctr"/>
                <a:r>
                  <a:rPr sz="2000" b="1" dirty="0">
                    <a:solidFill>
                      <a:srgbClr val="0D1D52"/>
                    </a:solidFill>
                    <a:latin typeface="Poppins SemiBold" panose="00000700000000000000" pitchFamily="2" charset="0"/>
                    <a:cs typeface="Poppins SemiBold" panose="00000700000000000000" pitchFamily="2" charset="0"/>
                  </a:rPr>
                  <a:t>ML</a:t>
                </a:r>
              </a:p>
              <a:p>
                <a:pPr algn="ctr"/>
                <a:r>
                  <a:rPr sz="2000" b="1" dirty="0">
                    <a:solidFill>
                      <a:srgbClr val="0D1D52"/>
                    </a:solidFill>
                    <a:latin typeface="Poppins SemiBold" panose="00000700000000000000" pitchFamily="2" charset="0"/>
                    <a:cs typeface="Poppins SemiBold" panose="00000700000000000000" pitchFamily="2" charset="0"/>
                  </a:rPr>
                  <a:t>DECISION</a:t>
                </a:r>
              </a:p>
            </p:txBody>
          </p:sp>
          <p:sp>
            <p:nvSpPr>
              <p:cNvPr id="105" name="Rectangle 104"/>
              <p:cNvSpPr/>
              <p:nvPr/>
            </p:nvSpPr>
            <p:spPr>
              <a:xfrm>
                <a:off x="9085666" y="22752382"/>
                <a:ext cx="1408176" cy="32004"/>
              </a:xfrm>
              <a:prstGeom prst="rect">
                <a:avLst/>
              </a:prstGeom>
              <a:solidFill>
                <a:srgbClr val="AAC0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6" name="TextBox 105"/>
              <p:cNvSpPr txBox="1"/>
              <p:nvPr/>
            </p:nvSpPr>
            <p:spPr>
              <a:xfrm>
                <a:off x="8939362" y="22962694"/>
                <a:ext cx="1700784" cy="1642950"/>
              </a:xfrm>
              <a:prstGeom prst="rect">
                <a:avLst/>
              </a:prstGeom>
              <a:noFill/>
            </p:spPr>
            <p:txBody>
              <a:bodyPr wrap="square" anchor="t">
                <a:spAutoFit/>
              </a:bodyPr>
              <a:lstStyle/>
              <a:p>
                <a:pPr>
                  <a:lnSpc>
                    <a:spcPts val="4082"/>
                  </a:lnSpc>
                </a:pPr>
                <a:r>
                  <a:rPr sz="2915" dirty="0">
                    <a:solidFill>
                      <a:srgbClr val="737373"/>
                    </a:solidFill>
                    <a:latin typeface="Poppins"/>
                    <a:cs typeface="Poppins"/>
                  </a:rPr>
                  <a:t>Classify source</a:t>
                </a:r>
              </a:p>
              <a:p>
                <a:pPr>
                  <a:lnSpc>
                    <a:spcPts val="4082"/>
                  </a:lnSpc>
                </a:pPr>
                <a:r>
                  <a:rPr sz="2915" dirty="0">
                    <a:solidFill>
                      <a:srgbClr val="737373"/>
                    </a:solidFill>
                    <a:latin typeface="Poppins"/>
                    <a:cs typeface="Poppins"/>
                  </a:rPr>
                  <a:t>depth</a:t>
                </a:r>
              </a:p>
            </p:txBody>
          </p:sp>
        </p:grpSp>
      </p:grpSp>
      <p:sp>
        <p:nvSpPr>
          <p:cNvPr id="107" name="TextBox 106"/>
          <p:cNvSpPr txBox="1"/>
          <p:nvPr/>
        </p:nvSpPr>
        <p:spPr>
          <a:xfrm>
            <a:off x="11466662" y="6822431"/>
            <a:ext cx="8755627" cy="3785652"/>
          </a:xfrm>
          <a:prstGeom prst="rect">
            <a:avLst/>
          </a:prstGeom>
          <a:noFill/>
        </p:spPr>
        <p:txBody>
          <a:bodyPr wrap="square">
            <a:spAutoFit/>
          </a:bodyPr>
          <a:lstStyle/>
          <a:p>
            <a:pPr algn="just"/>
            <a:r>
              <a:rPr lang="en-US" sz="2400" dirty="0">
                <a:solidFill>
                  <a:srgbClr val="737373"/>
                </a:solidFill>
                <a:latin typeface="Poppins"/>
                <a:cs typeface="Poppins"/>
              </a:rPr>
              <a:t>Two</a:t>
            </a:r>
            <a:r>
              <a:rPr sz="2400" dirty="0">
                <a:solidFill>
                  <a:srgbClr val="737373"/>
                </a:solidFill>
                <a:latin typeface="Poppins"/>
                <a:cs typeface="Poppins"/>
              </a:rPr>
              <a:t> recordings were compared: one motorboat (surface source) and </a:t>
            </a:r>
            <a:r>
              <a:rPr lang="en-US" sz="2400" dirty="0">
                <a:solidFill>
                  <a:srgbClr val="737373"/>
                </a:solidFill>
                <a:latin typeface="Poppins"/>
                <a:cs typeface="Poppins"/>
              </a:rPr>
              <a:t>a </a:t>
            </a:r>
            <a:r>
              <a:rPr sz="2400" dirty="0">
                <a:solidFill>
                  <a:srgbClr val="737373"/>
                </a:solidFill>
                <a:latin typeface="Poppins"/>
                <a:cs typeface="Poppins"/>
              </a:rPr>
              <a:t>submerged DVP recordings. The analysis tests the central physics-informed hypothesis: surface coupling should broaden and destabilize mechanical </a:t>
            </a:r>
            <a:r>
              <a:rPr sz="2400" dirty="0" err="1">
                <a:solidFill>
                  <a:srgbClr val="737373"/>
                </a:solidFill>
                <a:latin typeface="Poppins"/>
                <a:cs typeface="Poppins"/>
              </a:rPr>
              <a:t>tonals</a:t>
            </a:r>
            <a:r>
              <a:rPr sz="2400" dirty="0">
                <a:solidFill>
                  <a:srgbClr val="737373"/>
                </a:solidFill>
                <a:latin typeface="Poppins"/>
                <a:cs typeface="Poppins"/>
              </a:rPr>
              <a:t>, whereas a submerged source should preserve narrower and more persistent direct-path components. The spectrogram, bandwidth distribution, Time-in-Band (TiB), entropy-stability, and macro-lobe analyses provide complementary views of this separation.</a:t>
            </a:r>
          </a:p>
        </p:txBody>
      </p:sp>
      <p:sp>
        <p:nvSpPr>
          <p:cNvPr id="109" name="TextBox 108"/>
          <p:cNvSpPr txBox="1"/>
          <p:nvPr/>
        </p:nvSpPr>
        <p:spPr>
          <a:xfrm>
            <a:off x="11466662" y="10358541"/>
            <a:ext cx="5989320" cy="958724"/>
          </a:xfrm>
          <a:prstGeom prst="rect">
            <a:avLst/>
          </a:prstGeom>
          <a:noFill/>
        </p:spPr>
        <p:txBody>
          <a:bodyPr wrap="square">
            <a:spAutoFit/>
          </a:bodyPr>
          <a:lstStyle/>
          <a:p>
            <a:pPr>
              <a:lnSpc>
                <a:spcPts val="7559"/>
              </a:lnSpc>
            </a:pPr>
            <a:r>
              <a:rPr sz="3600" b="1" dirty="0">
                <a:solidFill>
                  <a:srgbClr val="0D1D52"/>
                </a:solidFill>
                <a:latin typeface="Poppins Semi-Bold"/>
              </a:rPr>
              <a:t>Spectral </a:t>
            </a:r>
            <a:r>
              <a:rPr lang="en-US" sz="3600" b="1" dirty="0">
                <a:solidFill>
                  <a:srgbClr val="0D1D52"/>
                </a:solidFill>
                <a:latin typeface="Poppins Semi-Bold"/>
              </a:rPr>
              <a:t>S</a:t>
            </a:r>
            <a:r>
              <a:rPr sz="3600" b="1" dirty="0">
                <a:solidFill>
                  <a:srgbClr val="0D1D52"/>
                </a:solidFill>
                <a:latin typeface="Poppins Semi-Bold"/>
              </a:rPr>
              <a:t>tructure</a:t>
            </a:r>
          </a:p>
        </p:txBody>
      </p:sp>
      <p:sp>
        <p:nvSpPr>
          <p:cNvPr id="110" name="TextBox 109"/>
          <p:cNvSpPr txBox="1"/>
          <p:nvPr/>
        </p:nvSpPr>
        <p:spPr>
          <a:xfrm>
            <a:off x="11405501" y="11235035"/>
            <a:ext cx="8911070" cy="3416320"/>
          </a:xfrm>
          <a:prstGeom prst="rect">
            <a:avLst/>
          </a:prstGeom>
          <a:noFill/>
        </p:spPr>
        <p:txBody>
          <a:bodyPr wrap="square">
            <a:spAutoFit/>
          </a:bodyPr>
          <a:lstStyle/>
          <a:p>
            <a:pPr algn="just"/>
            <a:r>
              <a:rPr sz="2400" dirty="0">
                <a:solidFill>
                  <a:srgbClr val="737373"/>
                </a:solidFill>
                <a:latin typeface="Poppins"/>
                <a:cs typeface="Poppins"/>
              </a:rPr>
              <a:t>The motorboat contains a broad dominant region around 550.2–767.0 Hz together with multiple distributed horizontal components across the 0–2 kHz display. In contrast, the SUEX VR-X DVP is dominated by a much narrower 810.8–872.0 Hz band, and the SEACRAFT GO! DVP shows a concentrated 1145.2–1182.5 Hz tonal. The persistent narrow DVP ridges are consistent with reduced heave-induced frequency spreading for submerged sources.</a:t>
            </a:r>
          </a:p>
        </p:txBody>
      </p:sp>
      <p:sp>
        <p:nvSpPr>
          <p:cNvPr id="112" name="TextBox 111"/>
          <p:cNvSpPr txBox="1"/>
          <p:nvPr/>
        </p:nvSpPr>
        <p:spPr>
          <a:xfrm>
            <a:off x="20874976" y="5806860"/>
            <a:ext cx="6546640" cy="945195"/>
          </a:xfrm>
          <a:prstGeom prst="rect">
            <a:avLst/>
          </a:prstGeom>
          <a:noFill/>
        </p:spPr>
        <p:txBody>
          <a:bodyPr wrap="square">
            <a:spAutoFit/>
          </a:bodyPr>
          <a:lstStyle/>
          <a:p>
            <a:pPr>
              <a:lnSpc>
                <a:spcPts val="7559"/>
              </a:lnSpc>
            </a:pPr>
            <a:r>
              <a:rPr sz="3600" b="1" dirty="0">
                <a:solidFill>
                  <a:srgbClr val="0D1D52"/>
                </a:solidFill>
                <a:latin typeface="Poppins Semi-Bold"/>
              </a:rPr>
              <a:t>Bandwidth and temporal stability</a:t>
            </a:r>
          </a:p>
        </p:txBody>
      </p:sp>
      <p:sp>
        <p:nvSpPr>
          <p:cNvPr id="113" name="TextBox 112"/>
          <p:cNvSpPr txBox="1"/>
          <p:nvPr/>
        </p:nvSpPr>
        <p:spPr>
          <a:xfrm>
            <a:off x="20874976" y="6752055"/>
            <a:ext cx="9062015" cy="3785652"/>
          </a:xfrm>
          <a:prstGeom prst="rect">
            <a:avLst/>
          </a:prstGeom>
          <a:noFill/>
        </p:spPr>
        <p:txBody>
          <a:bodyPr wrap="square">
            <a:spAutoFit/>
          </a:bodyPr>
          <a:lstStyle/>
          <a:p>
            <a:pPr algn="just"/>
            <a:r>
              <a:rPr sz="2400" dirty="0">
                <a:solidFill>
                  <a:srgbClr val="737373"/>
                </a:solidFill>
                <a:latin typeface="Poppins"/>
                <a:cs typeface="Poppins"/>
              </a:rPr>
              <a:t>Bandwidth provides the clearest distributional contrast. The motorboat extends through a long high-bandwidth tail toward ~150 Hz, while both DVP distributions are concentrated mainly in the narrow-band region. TiB reinforces this result: both DVP recordings remain near 0.99 over the tested 2–60 s window sizes, whereas motorboat TiB progressively falls and fluctuates, reaching roughly 0.60–0.70 at longer windows. Entropy stability also differs systematically, indicating different degrees of spectral organization and persistence.</a:t>
            </a:r>
          </a:p>
        </p:txBody>
      </p:sp>
      <p:sp>
        <p:nvSpPr>
          <p:cNvPr id="115" name="TextBox 114"/>
          <p:cNvSpPr txBox="1"/>
          <p:nvPr/>
        </p:nvSpPr>
        <p:spPr>
          <a:xfrm>
            <a:off x="11372884" y="19045681"/>
            <a:ext cx="5989320" cy="945195"/>
          </a:xfrm>
          <a:prstGeom prst="rect">
            <a:avLst/>
          </a:prstGeom>
          <a:noFill/>
        </p:spPr>
        <p:txBody>
          <a:bodyPr wrap="square">
            <a:spAutoFit/>
          </a:bodyPr>
          <a:lstStyle/>
          <a:p>
            <a:pPr>
              <a:lnSpc>
                <a:spcPts val="7559"/>
              </a:lnSpc>
            </a:pPr>
            <a:r>
              <a:rPr sz="3600" b="1" dirty="0">
                <a:solidFill>
                  <a:srgbClr val="0D1D52"/>
                </a:solidFill>
                <a:latin typeface="Poppins Semi-Bold"/>
              </a:rPr>
              <a:t>Macro-lobe segmentation</a:t>
            </a:r>
          </a:p>
        </p:txBody>
      </p:sp>
      <p:sp>
        <p:nvSpPr>
          <p:cNvPr id="116" name="TextBox 115"/>
          <p:cNvSpPr txBox="1"/>
          <p:nvPr/>
        </p:nvSpPr>
        <p:spPr>
          <a:xfrm>
            <a:off x="11372884" y="20109620"/>
            <a:ext cx="8911069" cy="3785652"/>
          </a:xfrm>
          <a:prstGeom prst="rect">
            <a:avLst/>
          </a:prstGeom>
          <a:noFill/>
        </p:spPr>
        <p:txBody>
          <a:bodyPr wrap="square">
            <a:spAutoFit/>
          </a:bodyPr>
          <a:lstStyle/>
          <a:p>
            <a:pPr algn="just"/>
            <a:r>
              <a:rPr sz="2400" dirty="0">
                <a:solidFill>
                  <a:srgbClr val="737373"/>
                </a:solidFill>
                <a:latin typeface="Poppins"/>
                <a:cs typeface="Poppins"/>
              </a:rPr>
              <a:t>The segmentation stage isolates physically meaningful candidate bands before feature extraction. The motorboat dominant lobe spans 550.2–767.0 Hz and accounts for 33.5% of the displayed segmentation measure. The SUEX VR-X dominant lobe is 810.8–872.0 Hz (23.7%), while the SEACRAFT GO! dominant lobe is 1145.2–1182.5 Hz (34.0%). These automatically selected bands focus subsequent bandwidth and stability calculations on source-related tonal structure rather than the full spectrum.</a:t>
            </a:r>
          </a:p>
        </p:txBody>
      </p:sp>
      <p:sp>
        <p:nvSpPr>
          <p:cNvPr id="117" name="TextBox 116"/>
          <p:cNvSpPr txBox="1"/>
          <p:nvPr/>
        </p:nvSpPr>
        <p:spPr>
          <a:xfrm>
            <a:off x="20798203" y="14428919"/>
            <a:ext cx="9126068" cy="5262979"/>
          </a:xfrm>
          <a:prstGeom prst="rect">
            <a:avLst/>
          </a:prstGeom>
          <a:noFill/>
        </p:spPr>
        <p:txBody>
          <a:bodyPr wrap="square">
            <a:spAutoFit/>
          </a:bodyPr>
          <a:lstStyle/>
          <a:p>
            <a:pPr algn="just"/>
            <a:r>
              <a:rPr sz="2400" dirty="0">
                <a:solidFill>
                  <a:srgbClr val="737373"/>
                </a:solidFill>
                <a:latin typeface="Poppins"/>
                <a:cs typeface="Poppins"/>
              </a:rPr>
              <a:t>Overall interpretation: the three analyses agree with the proposed propagation model. The surface motorboat is characterized by wider spectral occupancy and decreasing temporal persistence, signatures expected from source heave plus dynamic surface micro-multipath. Both submerged DVP recordings maintain compact dominant bands and near-unity TiB stability despite operating at different tonal frequencies. This suggests that bandwidth expansion and temporal stability are useful complementary, physics-grounded inputs to the final depth classifier. These plots demonstrate feature separation for the available recordings; classification accuracy should be reported only after validation on a larger independent dataset.</a:t>
            </a:r>
          </a:p>
        </p:txBody>
      </p:sp>
      <p:pic>
        <p:nvPicPr>
          <p:cNvPr id="43" name="Picture 42">
            <a:extLst>
              <a:ext uri="{FF2B5EF4-FFF2-40B4-BE49-F238E27FC236}">
                <a16:creationId xmlns:a16="http://schemas.microsoft.com/office/drawing/2014/main" id="{BAE9404D-8F1E-A2AA-C805-21D8C59A937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466662" y="14675737"/>
            <a:ext cx="8911069" cy="4059798"/>
          </a:xfrm>
          <a:prstGeom prst="rect">
            <a:avLst/>
          </a:prstGeom>
        </p:spPr>
      </p:pic>
      <p:pic>
        <p:nvPicPr>
          <p:cNvPr id="64" name="Picture 63">
            <a:extLst>
              <a:ext uri="{FF2B5EF4-FFF2-40B4-BE49-F238E27FC236}">
                <a16:creationId xmlns:a16="http://schemas.microsoft.com/office/drawing/2014/main" id="{FBA5328B-9B9F-BB04-7607-DFDBD973F80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1438118" y="24235311"/>
            <a:ext cx="8845836" cy="3081010"/>
          </a:xfrm>
          <a:prstGeom prst="rect">
            <a:avLst/>
          </a:prstGeom>
        </p:spPr>
      </p:pic>
      <p:pic>
        <p:nvPicPr>
          <p:cNvPr id="66" name="Picture 65">
            <a:extLst>
              <a:ext uri="{FF2B5EF4-FFF2-40B4-BE49-F238E27FC236}">
                <a16:creationId xmlns:a16="http://schemas.microsoft.com/office/drawing/2014/main" id="{36B79516-5D20-D5EF-CADA-94BADFB6E10D}"/>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0874976" y="10704132"/>
            <a:ext cx="8918697" cy="3373818"/>
          </a:xfrm>
          <a:prstGeom prst="rect">
            <a:avLst/>
          </a:prstGeom>
        </p:spPr>
      </p:pic>
    </p:spTree>
    <p:extLst>
      <p:ext uri="{BB962C8B-B14F-4D97-AF65-F5344CB8AC3E}">
        <p14:creationId xmlns:p14="http://schemas.microsoft.com/office/powerpoint/2010/main" val="1372119271"/>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366ff23c-68b8-4ad8-a6f0-ffe85b956f92">
      <Terms xmlns="http://schemas.microsoft.com/office/infopath/2007/PartnerControls"/>
    </lcf76f155ced4ddcb4097134ff3c332f>
    <Size xmlns="366ff23c-68b8-4ad8-a6f0-ffe85b956f92" xsi:nil="true"/>
    <TaxCatchAll xmlns="ee347680-3277-4f02-8197-a596dc09f6cb"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67FBB1CA5B52B840B0EA7D6F7B6C204C" ma:contentTypeVersion="22" ma:contentTypeDescription="Create a new document." ma:contentTypeScope="" ma:versionID="ed2b06ac119a6c8319114f9f4fa72c4e">
  <xsd:schema xmlns:xsd="http://www.w3.org/2001/XMLSchema" xmlns:xs="http://www.w3.org/2001/XMLSchema" xmlns:p="http://schemas.microsoft.com/office/2006/metadata/properties" xmlns:ns2="366ff23c-68b8-4ad8-a6f0-ffe85b956f92" xmlns:ns3="ee347680-3277-4f02-8197-a596dc09f6cb" targetNamespace="http://schemas.microsoft.com/office/2006/metadata/properties" ma:root="true" ma:fieldsID="2e5abf7ae9e78a3b5bebe70b54ff6eb8" ns2:_="" ns3:_="">
    <xsd:import namespace="366ff23c-68b8-4ad8-a6f0-ffe85b956f92"/>
    <xsd:import namespace="ee347680-3277-4f02-8197-a596dc09f6cb"/>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OCR" minOccurs="0"/>
                <xsd:element ref="ns2:MediaServiceLocation" minOccurs="0"/>
                <xsd:element ref="ns3:SharedWithUsers" minOccurs="0"/>
                <xsd:element ref="ns3:SharedWithDetails" minOccurs="0"/>
                <xsd:element ref="ns2:MediaServiceGenerationTime" minOccurs="0"/>
                <xsd:element ref="ns2:MediaServiceEventHashCode" minOccurs="0"/>
                <xsd:element ref="ns2:MediaServiceAutoKeyPoints" minOccurs="0"/>
                <xsd:element ref="ns2:MediaServiceKeyPoints" minOccurs="0"/>
                <xsd:element ref="ns2:Size" minOccurs="0"/>
                <xsd:element ref="ns2:MediaLengthInSeconds" minOccurs="0"/>
                <xsd:element ref="ns3:TaxCatchAll" minOccurs="0"/>
                <xsd:element ref="ns2:lcf76f155ced4ddcb4097134ff3c332f"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66ff23c-68b8-4ad8-a6f0-ffe85b956f9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MediaServiceAutoTags" ma:internalName="MediaServiceAutoTags" ma:readOnly="true">
      <xsd:simpleType>
        <xsd:restriction base="dms:Text"/>
      </xsd:simpleType>
    </xsd:element>
    <xsd:element name="MediaServiceOCR" ma:index="12" nillable="true" ma:displayName="MediaServiceOCR" ma:internalName="MediaServiceOCR" ma:readOnly="true">
      <xsd:simpleType>
        <xsd:restriction base="dms:Note">
          <xsd:maxLength value="255"/>
        </xsd:restriction>
      </xsd:simpleType>
    </xsd:element>
    <xsd:element name="MediaServiceLocation" ma:index="13" nillable="true" ma:displayName="Location" ma:internalName="MediaServiceLocation"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Size" ma:index="20" nillable="true" ma:displayName="Size" ma:internalName="Size">
      <xsd:simpleType>
        <xsd:restriction base="dms:Number"/>
      </xsd:simpleType>
    </xsd:element>
    <xsd:element name="MediaLengthInSeconds" ma:index="21" nillable="true" ma:displayName="Length (seconds)" ma:internalName="MediaLengthInSeconds" ma:readOnly="true">
      <xsd:simpleType>
        <xsd:restriction base="dms:Unknown"/>
      </xsd:simpleType>
    </xsd:element>
    <xsd:element name="lcf76f155ced4ddcb4097134ff3c332f" ma:index="24" nillable="true" ma:taxonomy="true" ma:internalName="lcf76f155ced4ddcb4097134ff3c332f" ma:taxonomyFieldName="MediaServiceImageTags" ma:displayName="Image Tags" ma:readOnly="false" ma:fieldId="{5cf76f15-5ced-4ddc-b409-7134ff3c332f}" ma:taxonomyMulti="true" ma:sspId="6d51dc5d-6cba-4748-b546-1c911b97607f"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5"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6" nillable="true" ma:displayName="MediaServiceSearchProperties" ma:hidden="true" ma:internalName="MediaServiceSearchProperties" ma:readOnly="true">
      <xsd:simpleType>
        <xsd:restriction base="dms:Note"/>
      </xsd:simpleType>
    </xsd:element>
    <xsd:element name="MediaServiceBillingMetadata" ma:index="27"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ee347680-3277-4f02-8197-a596dc09f6cb"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011fd385-1916-4391-8fea-99ea66202781}" ma:internalName="TaxCatchAll" ma:showField="CatchAllData" ma:web="ee347680-3277-4f02-8197-a596dc09f6c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74EC294-F82B-4370-969E-F01216E43FC5}">
  <ds:schemaRefs>
    <ds:schemaRef ds:uri="http://schemas.microsoft.com/office/2006/metadata/properties"/>
    <ds:schemaRef ds:uri="http://schemas.microsoft.com/office/infopath/2007/PartnerControls"/>
    <ds:schemaRef ds:uri="366ff23c-68b8-4ad8-a6f0-ffe85b956f92"/>
    <ds:schemaRef ds:uri="ee347680-3277-4f02-8197-a596dc09f6cb"/>
  </ds:schemaRefs>
</ds:datastoreItem>
</file>

<file path=customXml/itemProps2.xml><?xml version="1.0" encoding="utf-8"?>
<ds:datastoreItem xmlns:ds="http://schemas.openxmlformats.org/officeDocument/2006/customXml" ds:itemID="{2BE57F0F-C0CD-4805-AF50-9B703C20E18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66ff23c-68b8-4ad8-a6f0-ffe85b956f92"/>
    <ds:schemaRef ds:uri="ee347680-3277-4f02-8197-a596dc09f6c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1EF6F4E9-F06E-4216-9E57-C9DD7A23E9C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Theme</Template>
  <TotalTime>4683</TotalTime>
  <Words>888</Words>
  <Application>Microsoft Office PowerPoint</Application>
  <PresentationFormat>Custom</PresentationFormat>
  <Paragraphs>52</Paragraphs>
  <Slides>1</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vt:i4>
      </vt:variant>
    </vt:vector>
  </HeadingPairs>
  <TitlesOfParts>
    <vt:vector size="10" baseType="lpstr">
      <vt:lpstr>Aptos</vt:lpstr>
      <vt:lpstr>Aptos Display</vt:lpstr>
      <vt:lpstr>Arial</vt:lpstr>
      <vt:lpstr>Neue Einstellung Medium</vt:lpstr>
      <vt:lpstr>Poppins</vt:lpstr>
      <vt:lpstr>Poppins Italics</vt:lpstr>
      <vt:lpstr>Poppins SemiBold</vt:lpstr>
      <vt:lpstr>Poppins Semi-Bold</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רועי מיכאל</dc:creator>
  <cp:lastModifiedBy>רועי מיכאל</cp:lastModifiedBy>
  <cp:revision>11</cp:revision>
  <dcterms:created xsi:type="dcterms:W3CDTF">2026-09-20T10:23:34Z</dcterms:created>
  <dcterms:modified xsi:type="dcterms:W3CDTF">2026-09-21T19:14:55Z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0x01010067FBB1CA5B52B840B0EA7D6F7B6C204C</vt:lpwstr>
  </property>
</Properties>
</file>